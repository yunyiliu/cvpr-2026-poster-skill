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Lst>
  <p:sldSz cy="21031200" cx="43891200"/>
  <p:notesSz cx="7004050" cy="9290050"/>
  <p:embeddedFontLst>
    <p:embeddedFont>
      <p:font typeface="Roboto Light"/>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624">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624" orient="horz"/>
        <p:guide pos="13824"/>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font" Target="fonts/Roboto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Ligh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Light-regular.fntdata"/><Relationship Id="rId8" Type="http://schemas.openxmlformats.org/officeDocument/2006/relationships/font" Target="fonts/Roboto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67575" y="696750"/>
            <a:ext cx="4669600" cy="3483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0400" y="4412750"/>
            <a:ext cx="5603225" cy="41805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notes"/>
          <p:cNvSpPr txBox="1"/>
          <p:nvPr>
            <p:ph idx="1" type="body"/>
          </p:nvPr>
        </p:nvSpPr>
        <p:spPr>
          <a:xfrm>
            <a:off x="700400" y="4412750"/>
            <a:ext cx="5603225" cy="418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notes"/>
          <p:cNvSpPr/>
          <p:nvPr>
            <p:ph idx="2" type="sldImg"/>
          </p:nvPr>
        </p:nvSpPr>
        <p:spPr>
          <a:xfrm>
            <a:off x="1167575" y="696750"/>
            <a:ext cx="4669600" cy="3483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2" name="Shape 12"/>
        <p:cNvGrpSpPr/>
        <p:nvPr/>
      </p:nvGrpSpPr>
      <p:grpSpPr>
        <a:xfrm>
          <a:off x="0" y="0"/>
          <a:ext cx="0" cy="0"/>
          <a:chOff x="0" y="0"/>
          <a:chExt cx="0" cy="0"/>
        </a:xfrm>
      </p:grpSpPr>
      <p:sp>
        <p:nvSpPr>
          <p:cNvPr id="13" name="Google Shape;13;p2"/>
          <p:cNvSpPr/>
          <p:nvPr/>
        </p:nvSpPr>
        <p:spPr>
          <a:xfrm>
            <a:off x="43434000" y="0"/>
            <a:ext cx="457200" cy="21031200"/>
          </a:xfrm>
          <a:prstGeom prst="rect">
            <a:avLst/>
          </a:prstGeom>
          <a:solidFill>
            <a:srgbClr val="D3D8AB"/>
          </a:solidFill>
          <a:ln>
            <a:noFill/>
          </a:ln>
        </p:spPr>
        <p:txBody>
          <a:bodyPr anchorCtr="0" anchor="ctr" bIns="28150" lIns="56300" spcFirstLastPara="1" rIns="56300" wrap="square" tIns="28150">
            <a:noAutofit/>
          </a:bodyPr>
          <a:lstStyle/>
          <a:p>
            <a:pPr indent="0" lvl="0" marL="0" marR="0" rtl="0" algn="ctr">
              <a:spcBef>
                <a:spcPts val="0"/>
              </a:spcBef>
              <a:spcAft>
                <a:spcPts val="0"/>
              </a:spcAft>
              <a:buNone/>
            </a:pPr>
            <a:r>
              <a:t/>
            </a:r>
            <a:endParaRPr b="0" i="0" sz="1725" u="none" cap="none" strike="noStrike">
              <a:solidFill>
                <a:schemeClr val="lt1"/>
              </a:solidFill>
              <a:latin typeface="Twentieth Century"/>
              <a:ea typeface="Twentieth Century"/>
              <a:cs typeface="Twentieth Century"/>
              <a:sym typeface="Twentieth Century"/>
            </a:endParaRPr>
          </a:p>
        </p:txBody>
      </p:sp>
      <p:sp>
        <p:nvSpPr>
          <p:cNvPr id="14" name="Google Shape;14;p2"/>
          <p:cNvSpPr/>
          <p:nvPr/>
        </p:nvSpPr>
        <p:spPr>
          <a:xfrm>
            <a:off x="0" y="0"/>
            <a:ext cx="457200" cy="21031200"/>
          </a:xfrm>
          <a:prstGeom prst="rect">
            <a:avLst/>
          </a:prstGeom>
          <a:solidFill>
            <a:srgbClr val="D3D8AB"/>
          </a:solidFill>
          <a:ln>
            <a:noFill/>
          </a:ln>
        </p:spPr>
        <p:txBody>
          <a:bodyPr anchorCtr="0" anchor="ctr" bIns="28150" lIns="56300" spcFirstLastPara="1" rIns="56300" wrap="square" tIns="28150">
            <a:noAutofit/>
          </a:bodyPr>
          <a:lstStyle/>
          <a:p>
            <a:pPr indent="0" lvl="0" marL="0" marR="0" rtl="0" algn="ctr">
              <a:spcBef>
                <a:spcPts val="0"/>
              </a:spcBef>
              <a:spcAft>
                <a:spcPts val="0"/>
              </a:spcAft>
              <a:buNone/>
            </a:pPr>
            <a:r>
              <a:t/>
            </a:r>
            <a:endParaRPr b="0" i="0" sz="1725" u="none" cap="none" strike="noStrike">
              <a:solidFill>
                <a:schemeClr val="lt1"/>
              </a:solidFill>
              <a:latin typeface="Twentieth Century"/>
              <a:ea typeface="Twentieth Century"/>
              <a:cs typeface="Twentieth Century"/>
              <a:sym typeface="Twentieth Century"/>
            </a:endParaRPr>
          </a:p>
        </p:txBody>
      </p:sp>
      <p:sp>
        <p:nvSpPr>
          <p:cNvPr id="15" name="Google Shape;15;p2"/>
          <p:cNvSpPr/>
          <p:nvPr/>
        </p:nvSpPr>
        <p:spPr>
          <a:xfrm>
            <a:off x="0" y="0"/>
            <a:ext cx="43891200" cy="2628900"/>
          </a:xfrm>
          <a:prstGeom prst="rect">
            <a:avLst/>
          </a:prstGeom>
          <a:solidFill>
            <a:srgbClr val="729DD3"/>
          </a:solidFill>
          <a:ln>
            <a:noFill/>
          </a:ln>
        </p:spPr>
        <p:txBody>
          <a:bodyPr anchorCtr="0" anchor="ctr" bIns="28150" lIns="56300" spcFirstLastPara="1" rIns="56300" wrap="square" tIns="28150">
            <a:noAutofit/>
          </a:bodyPr>
          <a:lstStyle/>
          <a:p>
            <a:pPr indent="0" lvl="0" marL="0" marR="0" rtl="0" algn="ctr">
              <a:spcBef>
                <a:spcPts val="0"/>
              </a:spcBef>
              <a:spcAft>
                <a:spcPts val="0"/>
              </a:spcAft>
              <a:buNone/>
            </a:pPr>
            <a:r>
              <a:t/>
            </a:r>
            <a:endParaRPr b="0" i="0" sz="1725" u="none" cap="none" strike="noStrike">
              <a:solidFill>
                <a:schemeClr val="lt1"/>
              </a:solidFill>
              <a:latin typeface="Twentieth Century"/>
              <a:ea typeface="Twentieth Century"/>
              <a:cs typeface="Twentieth Century"/>
              <a:sym typeface="Twentieth Century"/>
            </a:endParaRPr>
          </a:p>
        </p:txBody>
      </p:sp>
      <p:sp>
        <p:nvSpPr>
          <p:cNvPr id="16" name="Google Shape;16;p2"/>
          <p:cNvSpPr/>
          <p:nvPr/>
        </p:nvSpPr>
        <p:spPr>
          <a:xfrm>
            <a:off x="0" y="18402300"/>
            <a:ext cx="43891200" cy="2628900"/>
          </a:xfrm>
          <a:prstGeom prst="rect">
            <a:avLst/>
          </a:prstGeom>
          <a:solidFill>
            <a:srgbClr val="E7EEF7"/>
          </a:solidFill>
          <a:ln>
            <a:noFill/>
          </a:ln>
        </p:spPr>
        <p:txBody>
          <a:bodyPr anchorCtr="0" anchor="ctr" bIns="28150" lIns="56300" spcFirstLastPara="1" rIns="56300" wrap="square" tIns="28150">
            <a:noAutofit/>
          </a:bodyPr>
          <a:lstStyle/>
          <a:p>
            <a:pPr indent="0" lvl="0" marL="0" marR="0" rtl="0" algn="ctr">
              <a:spcBef>
                <a:spcPts val="0"/>
              </a:spcBef>
              <a:spcAft>
                <a:spcPts val="0"/>
              </a:spcAft>
              <a:buNone/>
            </a:pPr>
            <a:r>
              <a:t/>
            </a:r>
            <a:endParaRPr b="0" i="0" sz="1725" u="none" cap="none" strike="noStrike">
              <a:solidFill>
                <a:schemeClr val="lt1"/>
              </a:solidFill>
              <a:latin typeface="Twentieth Century"/>
              <a:ea typeface="Twentieth Century"/>
              <a:cs typeface="Twentieth Century"/>
              <a:sym typeface="Twentieth Century"/>
            </a:endParaRPr>
          </a:p>
        </p:txBody>
      </p:sp>
      <p:sp>
        <p:nvSpPr>
          <p:cNvPr id="17" name="Google Shape;17;p2"/>
          <p:cNvSpPr/>
          <p:nvPr/>
        </p:nvSpPr>
        <p:spPr>
          <a:xfrm>
            <a:off x="-7498080" y="0"/>
            <a:ext cx="6949440" cy="21031200"/>
          </a:xfrm>
          <a:prstGeom prst="rect">
            <a:avLst/>
          </a:prstGeom>
          <a:solidFill>
            <a:srgbClr val="D8D8D8"/>
          </a:solidFill>
          <a:ln>
            <a:noFill/>
          </a:ln>
        </p:spPr>
        <p:txBody>
          <a:bodyPr anchorCtr="0" anchor="t" bIns="140750" lIns="140750" spcFirstLastPara="1" rIns="140750" wrap="square" tIns="140750">
            <a:noAutofit/>
          </a:bodyPr>
          <a:lstStyle/>
          <a:p>
            <a:pPr indent="0" lvl="0" marL="0" marR="0" rtl="0" algn="l">
              <a:spcBef>
                <a:spcPts val="0"/>
              </a:spcBef>
              <a:spcAft>
                <a:spcPts val="0"/>
              </a:spcAft>
              <a:buNone/>
            </a:pPr>
            <a:r>
              <a:rPr b="0" i="0" lang="en-US" sz="5175" u="none" cap="none" strike="noStrike">
                <a:solidFill>
                  <a:srgbClr val="7F7F7F"/>
                </a:solidFill>
                <a:latin typeface="Calibri"/>
                <a:ea typeface="Calibri"/>
                <a:cs typeface="Calibri"/>
                <a:sym typeface="Calibri"/>
              </a:rPr>
              <a:t>Poster Print Size:</a:t>
            </a:r>
            <a:endParaRPr b="0" i="0" sz="5175" u="none" cap="none" strike="noStrike">
              <a:solidFill>
                <a:srgbClr val="7F7F7F"/>
              </a:solidFill>
              <a:latin typeface="Calibri"/>
              <a:ea typeface="Calibri"/>
              <a:cs typeface="Calibri"/>
              <a:sym typeface="Calibri"/>
            </a:endParaRPr>
          </a:p>
          <a:p>
            <a:pPr indent="0" lvl="0" marL="0" marR="0" rtl="0" algn="l">
              <a:spcBef>
                <a:spcPts val="1480"/>
              </a:spcBef>
              <a:spcAft>
                <a:spcPts val="0"/>
              </a:spcAft>
              <a:buNone/>
            </a:pPr>
            <a:r>
              <a:rPr b="0" i="0" lang="en-US" sz="3067" u="none" cap="none" strike="noStrike">
                <a:solidFill>
                  <a:srgbClr val="7F7F7F"/>
                </a:solidFill>
                <a:latin typeface="Twentieth Century"/>
                <a:ea typeface="Twentieth Century"/>
                <a:cs typeface="Twentieth Century"/>
                <a:sym typeface="Twentieth Century"/>
              </a:rPr>
              <a:t>This poster template is 24” high by 48” wide . It can be used to print any poster with a 1:2 aspect ratio including 30x60, 36x72, 42x84, and 48x96. </a:t>
            </a:r>
            <a:endParaRPr/>
          </a:p>
          <a:p>
            <a:pPr indent="0" lvl="0" marL="0" marR="0" rtl="0" algn="l">
              <a:spcBef>
                <a:spcPts val="1480"/>
              </a:spcBef>
              <a:spcAft>
                <a:spcPts val="0"/>
              </a:spcAft>
              <a:buNone/>
            </a:pPr>
            <a:r>
              <a:rPr b="0" i="0" lang="en-US" sz="5175" u="none" cap="none" strike="noStrike">
                <a:solidFill>
                  <a:srgbClr val="7F7F7F"/>
                </a:solidFill>
                <a:latin typeface="Twentieth Century"/>
                <a:ea typeface="Twentieth Century"/>
                <a:cs typeface="Twentieth Century"/>
                <a:sym typeface="Twentieth Century"/>
              </a:rPr>
              <a:t>Placeholders:</a:t>
            </a:r>
            <a:endParaRPr/>
          </a:p>
          <a:p>
            <a:pPr indent="0" lvl="0" marL="0" marR="0" rtl="0" algn="l">
              <a:spcBef>
                <a:spcPts val="1480"/>
              </a:spcBef>
              <a:spcAft>
                <a:spcPts val="0"/>
              </a:spcAft>
              <a:buNone/>
            </a:pPr>
            <a:r>
              <a:rPr b="0" i="0" lang="en-US" sz="3067" u="none" cap="none" strike="noStrik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a:p>
          <a:p>
            <a:pPr indent="0" lvl="0" marL="0" marR="0" rtl="0" algn="l">
              <a:spcBef>
                <a:spcPts val="1480"/>
              </a:spcBef>
              <a:spcAft>
                <a:spcPts val="0"/>
              </a:spcAft>
              <a:buNone/>
            </a:pPr>
            <a:r>
              <a:rPr b="0" i="0" lang="en-US" sz="5175" u="none" cap="none" strike="noStrike">
                <a:solidFill>
                  <a:srgbClr val="7F7F7F"/>
                </a:solidFill>
                <a:latin typeface="Calibri"/>
                <a:ea typeface="Calibri"/>
                <a:cs typeface="Calibri"/>
                <a:sym typeface="Calibri"/>
              </a:rPr>
              <a:t>Image Quality:</a:t>
            </a:r>
            <a:endParaRPr/>
          </a:p>
          <a:p>
            <a:pPr indent="0" lvl="0" marL="0" marR="0" rtl="0" algn="l">
              <a:spcBef>
                <a:spcPts val="1480"/>
              </a:spcBef>
              <a:spcAft>
                <a:spcPts val="0"/>
              </a:spcAft>
              <a:buNone/>
            </a:pPr>
            <a:r>
              <a:rPr b="0" i="0" lang="en-US" sz="3067" u="none" cap="none" strike="noStrike">
                <a:solidFill>
                  <a:srgbClr val="7F7F7F"/>
                </a:solidFill>
                <a:latin typeface="Calibri"/>
                <a:ea typeface="Calibri"/>
                <a:cs typeface="Calibri"/>
                <a:sym typeface="Calibri"/>
              </a:rPr>
              <a:t>You can place digital photos or logo art in your poster file by selecting the </a:t>
            </a:r>
            <a:r>
              <a:rPr b="1" i="0" lang="en-US" sz="3067" u="none" cap="none" strike="noStrike">
                <a:solidFill>
                  <a:srgbClr val="7F7F7F"/>
                </a:solidFill>
                <a:latin typeface="Calibri"/>
                <a:ea typeface="Calibri"/>
                <a:cs typeface="Calibri"/>
                <a:sym typeface="Calibri"/>
              </a:rPr>
              <a:t>Insert, Picture</a:t>
            </a:r>
            <a:r>
              <a:rPr b="0" i="0" lang="en-US" sz="3067" u="none" cap="none" strike="noStrike">
                <a:solidFill>
                  <a:srgbClr val="7F7F7F"/>
                </a:solidFill>
                <a:latin typeface="Calibri"/>
                <a:ea typeface="Calibri"/>
                <a:cs typeface="Calibri"/>
                <a:sym typeface="Calibri"/>
              </a:rPr>
              <a:t> command, or by using standard copy &amp; paste. For best results, all graphic elements should be at least </a:t>
            </a:r>
            <a:r>
              <a:rPr b="1" i="0" lang="en-US" sz="3067" u="none" cap="none" strike="noStrike">
                <a:solidFill>
                  <a:srgbClr val="7F7F7F"/>
                </a:solidFill>
                <a:latin typeface="Calibri"/>
                <a:ea typeface="Calibri"/>
                <a:cs typeface="Calibri"/>
                <a:sym typeface="Calibri"/>
              </a:rPr>
              <a:t>150-200 pixels per inch in their final printed size</a:t>
            </a:r>
            <a:r>
              <a:rPr b="0" i="0" lang="en-US" sz="3067" u="none" cap="none" strike="noStrike">
                <a:solidFill>
                  <a:srgbClr val="7F7F7F"/>
                </a:solidFill>
                <a:latin typeface="Calibri"/>
                <a:ea typeface="Calibri"/>
                <a:cs typeface="Calibri"/>
                <a:sym typeface="Calibri"/>
              </a:rPr>
              <a:t>. For instance, a 1600 x 1200 pixel photo will usually look fine up to 8“-10” wide on your printed poster.</a:t>
            </a:r>
            <a:endParaRPr/>
          </a:p>
          <a:p>
            <a:pPr indent="0" lvl="0" marL="0" marR="0" rtl="0" algn="l">
              <a:spcBef>
                <a:spcPts val="1480"/>
              </a:spcBef>
              <a:spcAft>
                <a:spcPts val="0"/>
              </a:spcAft>
              <a:buNone/>
            </a:pPr>
            <a:r>
              <a:rPr b="0" i="0" lang="en-US" sz="3067" u="none" cap="none" strike="noStrik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a:p>
          <a:p>
            <a:pPr indent="0" lvl="0" marL="0" marR="0" rtl="0" algn="l">
              <a:spcBef>
                <a:spcPts val="1480"/>
              </a:spcBef>
              <a:spcAft>
                <a:spcPts val="0"/>
              </a:spcAft>
              <a:buNone/>
            </a:pPr>
            <a:r>
              <a:rPr b="0" i="0" lang="en-US" sz="3067" u="none" cap="none" strike="noStrik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a:p>
          <a:p>
            <a:pPr indent="0" lvl="0" marL="0" marR="0" rtl="0" algn="ctr">
              <a:spcBef>
                <a:spcPts val="1480"/>
              </a:spcBef>
              <a:spcAft>
                <a:spcPts val="0"/>
              </a:spcAft>
              <a:buNone/>
            </a:pPr>
            <a:br>
              <a:rPr b="0" i="0" lang="en-US" sz="2683" u="none" cap="none" strike="noStrike">
                <a:solidFill>
                  <a:srgbClr val="7F7F7F"/>
                </a:solidFill>
                <a:latin typeface="Calibri"/>
                <a:ea typeface="Calibri"/>
                <a:cs typeface="Calibri"/>
                <a:sym typeface="Calibri"/>
              </a:rPr>
            </a:br>
            <a:r>
              <a:rPr b="0" i="0" lang="en-US" sz="2683" u="none" cap="none" strike="noStrike">
                <a:solidFill>
                  <a:srgbClr val="7F7F7F"/>
                </a:solidFill>
                <a:latin typeface="Calibri"/>
                <a:ea typeface="Calibri"/>
                <a:cs typeface="Calibri"/>
                <a:sym typeface="Calibri"/>
              </a:rPr>
              <a:t>[This sidebar area does not print.]</a:t>
            </a:r>
            <a:endParaRPr/>
          </a:p>
        </p:txBody>
      </p:sp>
      <p:grpSp>
        <p:nvGrpSpPr>
          <p:cNvPr id="18" name="Google Shape;18;p2"/>
          <p:cNvGrpSpPr/>
          <p:nvPr/>
        </p:nvGrpSpPr>
        <p:grpSpPr>
          <a:xfrm>
            <a:off x="44439840" y="0"/>
            <a:ext cx="6949440" cy="21031200"/>
            <a:chOff x="33832800" y="0"/>
            <a:chExt cx="12801600" cy="43891200"/>
          </a:xfrm>
        </p:grpSpPr>
        <p:sp>
          <p:nvSpPr>
            <p:cNvPr id="19" name="Google Shape;19;p2"/>
            <p:cNvSpPr/>
            <p:nvPr/>
          </p:nvSpPr>
          <p:spPr>
            <a:xfrm>
              <a:off x="33832800" y="0"/>
              <a:ext cx="12801600" cy="43891200"/>
            </a:xfrm>
            <a:prstGeom prst="rect">
              <a:avLst/>
            </a:prstGeom>
            <a:solidFill>
              <a:srgbClr val="D8D8D8"/>
            </a:solidFill>
            <a:ln>
              <a:noFill/>
            </a:ln>
          </p:spPr>
          <p:txBody>
            <a:bodyPr anchorCtr="0" anchor="t" bIns="228600" lIns="228600" spcFirstLastPara="1" rIns="228600" wrap="square" tIns="228600">
              <a:noAutofit/>
            </a:bodyPr>
            <a:lstStyle/>
            <a:p>
              <a:pPr indent="0" lvl="0" marL="0" marR="0" rtl="0" algn="l">
                <a:spcBef>
                  <a:spcPts val="0"/>
                </a:spcBef>
                <a:spcAft>
                  <a:spcPts val="0"/>
                </a:spcAft>
                <a:buNone/>
              </a:pPr>
              <a:r>
                <a:rPr b="0" i="0" lang="en-US" sz="5175" u="none" cap="none" strike="noStrike">
                  <a:solidFill>
                    <a:srgbClr val="7F7F7F"/>
                  </a:solidFill>
                  <a:latin typeface="Calibri"/>
                  <a:ea typeface="Calibri"/>
                  <a:cs typeface="Calibri"/>
                  <a:sym typeface="Calibri"/>
                </a:rPr>
                <a:t>Change Color Theme:</a:t>
              </a:r>
              <a:endParaRPr b="0" i="0" sz="5175" u="none" cap="none" strike="noStrike">
                <a:solidFill>
                  <a:srgbClr val="7F7F7F"/>
                </a:solidFill>
                <a:latin typeface="Calibri"/>
                <a:ea typeface="Calibri"/>
                <a:cs typeface="Calibri"/>
                <a:sym typeface="Calibri"/>
              </a:endParaRPr>
            </a:p>
            <a:p>
              <a:pPr indent="0" lvl="0" marL="0" marR="0" rtl="0" algn="l">
                <a:spcBef>
                  <a:spcPts val="1480"/>
                </a:spcBef>
                <a:spcAft>
                  <a:spcPts val="0"/>
                </a:spcAft>
                <a:buNone/>
              </a:pPr>
              <a:r>
                <a:rPr b="0" i="0" lang="en-US" sz="3067" u="none" cap="none" strike="noStrike">
                  <a:solidFill>
                    <a:srgbClr val="7F7F7F"/>
                  </a:solidFill>
                  <a:latin typeface="Calibri"/>
                  <a:ea typeface="Calibri"/>
                  <a:cs typeface="Calibri"/>
                  <a:sym typeface="Calibri"/>
                </a:rPr>
                <a:t>This template is designed to use the built-in color themes in the newer versions of PowerPoint.</a:t>
              </a:r>
              <a:endParaRPr/>
            </a:p>
            <a:p>
              <a:pPr indent="0" lvl="0" marL="0" marR="0" rtl="0" algn="l">
                <a:spcBef>
                  <a:spcPts val="1480"/>
                </a:spcBef>
                <a:spcAft>
                  <a:spcPts val="0"/>
                </a:spcAft>
                <a:buNone/>
              </a:pPr>
              <a:r>
                <a:rPr b="0" i="0" lang="en-US" sz="3067" u="none" cap="none" strike="noStrike">
                  <a:solidFill>
                    <a:srgbClr val="7F7F7F"/>
                  </a:solidFill>
                  <a:latin typeface="Calibri"/>
                  <a:ea typeface="Calibri"/>
                  <a:cs typeface="Calibri"/>
                  <a:sym typeface="Calibri"/>
                </a:rPr>
                <a:t>To change the color theme, select the </a:t>
              </a:r>
              <a:r>
                <a:rPr b="1" i="0" lang="en-US" sz="3067" u="none" cap="none" strike="noStrike">
                  <a:solidFill>
                    <a:srgbClr val="7F7F7F"/>
                  </a:solidFill>
                  <a:latin typeface="Calibri"/>
                  <a:ea typeface="Calibri"/>
                  <a:cs typeface="Calibri"/>
                  <a:sym typeface="Calibri"/>
                </a:rPr>
                <a:t>Design</a:t>
              </a:r>
              <a:r>
                <a:rPr b="0" i="0" lang="en-US" sz="3067" u="none" cap="none" strike="noStrike">
                  <a:solidFill>
                    <a:srgbClr val="7F7F7F"/>
                  </a:solidFill>
                  <a:latin typeface="Calibri"/>
                  <a:ea typeface="Calibri"/>
                  <a:cs typeface="Calibri"/>
                  <a:sym typeface="Calibri"/>
                </a:rPr>
                <a:t> tab, then select the </a:t>
              </a:r>
              <a:r>
                <a:rPr b="1" i="0" lang="en-US" sz="3067" u="none" cap="none" strike="noStrike">
                  <a:solidFill>
                    <a:srgbClr val="7F7F7F"/>
                  </a:solidFill>
                  <a:latin typeface="Calibri"/>
                  <a:ea typeface="Calibri"/>
                  <a:cs typeface="Calibri"/>
                  <a:sym typeface="Calibri"/>
                </a:rPr>
                <a:t>Colors</a:t>
              </a:r>
              <a:r>
                <a:rPr b="0" i="0" lang="en-US" sz="3067" u="none" cap="none" strike="noStrike">
                  <a:solidFill>
                    <a:srgbClr val="7F7F7F"/>
                  </a:solidFill>
                  <a:latin typeface="Calibri"/>
                  <a:ea typeface="Calibri"/>
                  <a:cs typeface="Calibri"/>
                  <a:sym typeface="Calibri"/>
                </a:rPr>
                <a:t> drop-down list.</a:t>
              </a:r>
              <a:endParaRPr/>
            </a:p>
            <a:p>
              <a:pPr indent="0" lvl="0" marL="0" marR="0" rtl="0" algn="l">
                <a:spcBef>
                  <a:spcPts val="1480"/>
                </a:spcBef>
                <a:spcAft>
                  <a:spcPts val="0"/>
                </a:spcAft>
                <a:buNone/>
              </a:pPr>
              <a:r>
                <a:t/>
              </a:r>
              <a:endParaRPr b="0" i="0" sz="3067" u="none" cap="none" strike="noStrike">
                <a:solidFill>
                  <a:srgbClr val="7F7F7F"/>
                </a:solidFill>
                <a:latin typeface="Calibri"/>
                <a:ea typeface="Calibri"/>
                <a:cs typeface="Calibri"/>
                <a:sym typeface="Calibri"/>
              </a:endParaRPr>
            </a:p>
            <a:p>
              <a:pPr indent="0" lvl="0" marL="0" marR="0" rtl="0" algn="l">
                <a:spcBef>
                  <a:spcPts val="1480"/>
                </a:spcBef>
                <a:spcAft>
                  <a:spcPts val="0"/>
                </a:spcAft>
                <a:buNone/>
              </a:pPr>
              <a:r>
                <a:t/>
              </a:r>
              <a:endParaRPr b="0" i="0" sz="3067" u="none" cap="none" strike="noStrike">
                <a:solidFill>
                  <a:srgbClr val="7F7F7F"/>
                </a:solidFill>
                <a:latin typeface="Calibri"/>
                <a:ea typeface="Calibri"/>
                <a:cs typeface="Calibri"/>
                <a:sym typeface="Calibri"/>
              </a:endParaRPr>
            </a:p>
            <a:p>
              <a:pPr indent="0" lvl="0" marL="0" marR="0" rtl="0" algn="l">
                <a:spcBef>
                  <a:spcPts val="1480"/>
                </a:spcBef>
                <a:spcAft>
                  <a:spcPts val="0"/>
                </a:spcAft>
                <a:buNone/>
              </a:pPr>
              <a:r>
                <a:t/>
              </a:r>
              <a:endParaRPr b="0" i="0" sz="3067" u="none" cap="none" strike="noStrike">
                <a:solidFill>
                  <a:srgbClr val="7F7F7F"/>
                </a:solidFill>
                <a:latin typeface="Calibri"/>
                <a:ea typeface="Calibri"/>
                <a:cs typeface="Calibri"/>
                <a:sym typeface="Calibri"/>
              </a:endParaRPr>
            </a:p>
            <a:p>
              <a:pPr indent="0" lvl="0" marL="0" marR="0" rtl="0" algn="l">
                <a:spcBef>
                  <a:spcPts val="1480"/>
                </a:spcBef>
                <a:spcAft>
                  <a:spcPts val="0"/>
                </a:spcAft>
                <a:buNone/>
              </a:pPr>
              <a:r>
                <a:t/>
              </a:r>
              <a:endParaRPr b="0" i="0" sz="3067" u="none" cap="none" strike="noStrike">
                <a:solidFill>
                  <a:srgbClr val="7F7F7F"/>
                </a:solidFill>
                <a:latin typeface="Calibri"/>
                <a:ea typeface="Calibri"/>
                <a:cs typeface="Calibri"/>
                <a:sym typeface="Calibri"/>
              </a:endParaRPr>
            </a:p>
            <a:p>
              <a:pPr indent="0" lvl="0" marL="0" marR="0" rtl="0" algn="l">
                <a:spcBef>
                  <a:spcPts val="1480"/>
                </a:spcBef>
                <a:spcAft>
                  <a:spcPts val="0"/>
                </a:spcAft>
                <a:buNone/>
              </a:pPr>
              <a:r>
                <a:t/>
              </a:r>
              <a:endParaRPr b="0" i="0" sz="3067" u="none" cap="none" strike="noStrike">
                <a:solidFill>
                  <a:srgbClr val="7F7F7F"/>
                </a:solidFill>
                <a:latin typeface="Calibri"/>
                <a:ea typeface="Calibri"/>
                <a:cs typeface="Calibri"/>
                <a:sym typeface="Calibri"/>
              </a:endParaRPr>
            </a:p>
            <a:p>
              <a:pPr indent="0" lvl="0" marL="0" marR="0" rtl="0" algn="l">
                <a:spcBef>
                  <a:spcPts val="1480"/>
                </a:spcBef>
                <a:spcAft>
                  <a:spcPts val="0"/>
                </a:spcAft>
                <a:buNone/>
              </a:pPr>
              <a:r>
                <a:t/>
              </a:r>
              <a:endParaRPr b="0" i="0" sz="3067" u="none" cap="none" strike="noStrike">
                <a:solidFill>
                  <a:srgbClr val="7F7F7F"/>
                </a:solidFill>
                <a:latin typeface="Calibri"/>
                <a:ea typeface="Calibri"/>
                <a:cs typeface="Calibri"/>
                <a:sym typeface="Calibri"/>
              </a:endParaRPr>
            </a:p>
            <a:p>
              <a:pPr indent="0" lvl="0" marL="0" marR="0" rtl="0" algn="l">
                <a:spcBef>
                  <a:spcPts val="1480"/>
                </a:spcBef>
                <a:spcAft>
                  <a:spcPts val="0"/>
                </a:spcAft>
                <a:buNone/>
              </a:pPr>
              <a:r>
                <a:t/>
              </a:r>
              <a:endParaRPr b="0" i="0" sz="3067" u="none" cap="none" strike="noStrike">
                <a:solidFill>
                  <a:srgbClr val="7F7F7F"/>
                </a:solidFill>
                <a:latin typeface="Calibri"/>
                <a:ea typeface="Calibri"/>
                <a:cs typeface="Calibri"/>
                <a:sym typeface="Calibri"/>
              </a:endParaRPr>
            </a:p>
            <a:p>
              <a:pPr indent="0" lvl="0" marL="0" marR="0" rtl="0" algn="l">
                <a:spcBef>
                  <a:spcPts val="1480"/>
                </a:spcBef>
                <a:spcAft>
                  <a:spcPts val="0"/>
                </a:spcAft>
                <a:buNone/>
              </a:pPr>
              <a:r>
                <a:t/>
              </a:r>
              <a:endParaRPr b="0" i="0" sz="3067" u="none" cap="none" strike="noStrike">
                <a:solidFill>
                  <a:srgbClr val="7F7F7F"/>
                </a:solidFill>
                <a:latin typeface="Calibri"/>
                <a:ea typeface="Calibri"/>
                <a:cs typeface="Calibri"/>
                <a:sym typeface="Calibri"/>
              </a:endParaRPr>
            </a:p>
            <a:p>
              <a:pPr indent="0" lvl="0" marL="0" marR="0" rtl="0" algn="l">
                <a:spcBef>
                  <a:spcPts val="1480"/>
                </a:spcBef>
                <a:spcAft>
                  <a:spcPts val="0"/>
                </a:spcAft>
                <a:buNone/>
              </a:pPr>
              <a:r>
                <a:rPr b="0" i="0" lang="en-US" sz="3067" u="none" cap="none" strike="noStrike">
                  <a:solidFill>
                    <a:srgbClr val="7F7F7F"/>
                  </a:solidFill>
                  <a:latin typeface="Calibri"/>
                  <a:ea typeface="Calibri"/>
                  <a:cs typeface="Calibri"/>
                  <a:sym typeface="Calibri"/>
                </a:rPr>
                <a:t>The default color theme for this template is “Office”, so you can always return to that after trying some of the alternatives.</a:t>
              </a:r>
              <a:endParaRPr/>
            </a:p>
            <a:p>
              <a:pPr indent="0" lvl="0" marL="0" marR="0" rtl="0" algn="l">
                <a:spcBef>
                  <a:spcPts val="1480"/>
                </a:spcBef>
                <a:spcAft>
                  <a:spcPts val="0"/>
                </a:spcAft>
                <a:buNone/>
              </a:pPr>
              <a:r>
                <a:rPr b="0" i="0" lang="en-US" sz="5175" u="none" cap="none" strike="noStrike">
                  <a:solidFill>
                    <a:srgbClr val="7F7F7F"/>
                  </a:solidFill>
                  <a:latin typeface="Calibri"/>
                  <a:ea typeface="Calibri"/>
                  <a:cs typeface="Calibri"/>
                  <a:sym typeface="Calibri"/>
                </a:rPr>
                <a:t>Printing Your Poster:</a:t>
              </a:r>
              <a:endParaRPr/>
            </a:p>
            <a:p>
              <a:pPr indent="0" lvl="0" marL="0" marR="0" rtl="0" algn="l">
                <a:spcBef>
                  <a:spcPts val="1480"/>
                </a:spcBef>
                <a:spcAft>
                  <a:spcPts val="0"/>
                </a:spcAft>
                <a:buNone/>
              </a:pPr>
              <a:r>
                <a:rPr b="0" i="0" lang="en-US" sz="3067" u="none" cap="none" strike="noStrike">
                  <a:solidFill>
                    <a:srgbClr val="7F7F7F"/>
                  </a:solidFill>
                  <a:latin typeface="Calibri"/>
                  <a:ea typeface="Calibri"/>
                  <a:cs typeface="Calibri"/>
                  <a:sym typeface="Calibri"/>
                </a:rPr>
                <a:t>Once your poster file is ready, visit </a:t>
              </a:r>
              <a:r>
                <a:rPr b="1" i="0" lang="en-US" sz="3067" u="none" cap="none" strike="noStrike">
                  <a:solidFill>
                    <a:srgbClr val="7F7F7F"/>
                  </a:solidFill>
                  <a:latin typeface="Calibri"/>
                  <a:ea typeface="Calibri"/>
                  <a:cs typeface="Calibri"/>
                  <a:sym typeface="Calibri"/>
                </a:rPr>
                <a:t>www.genigraphics.com</a:t>
              </a:r>
              <a:r>
                <a:rPr b="0" i="0" lang="en-US" sz="3067" u="none" cap="none" strike="noStrike">
                  <a:solidFill>
                    <a:srgbClr val="7F7F7F"/>
                  </a:solidFill>
                  <a:latin typeface="Calibri"/>
                  <a:ea typeface="Calibri"/>
                  <a:cs typeface="Calibri"/>
                  <a:sym typeface="Calibri"/>
                </a:rPr>
                <a:t> to order a high-quality, affordable poster print. Every order receives a free design review and we can deliver as fast as next business day within the US and Canada. </a:t>
              </a:r>
              <a:endParaRPr/>
            </a:p>
            <a:p>
              <a:pPr indent="0" lvl="0" marL="0" marR="0" rtl="0" algn="l">
                <a:spcBef>
                  <a:spcPts val="1480"/>
                </a:spcBef>
                <a:spcAft>
                  <a:spcPts val="0"/>
                </a:spcAft>
                <a:buNone/>
              </a:pPr>
              <a:r>
                <a:rPr b="0" i="0" lang="en-US" sz="3067" u="none" cap="none" strike="noStrike">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a:p>
            <a:p>
              <a:pPr indent="0" lvl="0" marL="0" marR="0" rtl="0" algn="l">
                <a:spcBef>
                  <a:spcPts val="1480"/>
                </a:spcBef>
                <a:spcAft>
                  <a:spcPts val="0"/>
                </a:spcAft>
                <a:buNone/>
              </a:pPr>
              <a:r>
                <a:t/>
              </a:r>
              <a:endParaRPr b="0" i="0" sz="3067" u="none" cap="none" strike="noStrike">
                <a:solidFill>
                  <a:srgbClr val="7F7F7F"/>
                </a:solidFill>
                <a:latin typeface="Calibri"/>
                <a:ea typeface="Calibri"/>
                <a:cs typeface="Calibri"/>
                <a:sym typeface="Calibri"/>
              </a:endParaRPr>
            </a:p>
            <a:p>
              <a:pPr indent="0" lvl="0" marL="0" marR="0" rtl="0" algn="ctr">
                <a:spcBef>
                  <a:spcPts val="0"/>
                </a:spcBef>
                <a:spcAft>
                  <a:spcPts val="0"/>
                </a:spcAft>
                <a:buNone/>
              </a:pPr>
              <a:r>
                <a:rPr b="0" i="0" lang="en-US" sz="3067" u="none" cap="none" strike="noStrike">
                  <a:solidFill>
                    <a:srgbClr val="7F7F7F"/>
                  </a:solidFill>
                  <a:latin typeface="Calibri"/>
                  <a:ea typeface="Calibri"/>
                  <a:cs typeface="Calibri"/>
                  <a:sym typeface="Calibri"/>
                </a:rPr>
                <a:t>US and Canada:  1-800-790-4001</a:t>
              </a:r>
              <a:br>
                <a:rPr b="0" i="0" lang="en-US" sz="3067" u="none" cap="none" strike="noStrike">
                  <a:solidFill>
                    <a:srgbClr val="7F7F7F"/>
                  </a:solidFill>
                  <a:latin typeface="Calibri"/>
                  <a:ea typeface="Calibri"/>
                  <a:cs typeface="Calibri"/>
                  <a:sym typeface="Calibri"/>
                </a:rPr>
              </a:br>
              <a:r>
                <a:rPr b="0" i="0" lang="en-US" sz="3067" u="none" cap="none" strike="noStrike">
                  <a:solidFill>
                    <a:srgbClr val="7F7F7F"/>
                  </a:solidFill>
                  <a:latin typeface="Calibri"/>
                  <a:ea typeface="Calibri"/>
                  <a:cs typeface="Calibri"/>
                  <a:sym typeface="Calibri"/>
                </a:rPr>
                <a:t>Email: info@genigraphics.com</a:t>
              </a:r>
              <a:endParaRPr/>
            </a:p>
            <a:p>
              <a:pPr indent="0" lvl="0" marL="0" marR="0" rtl="0" algn="ctr">
                <a:spcBef>
                  <a:spcPts val="0"/>
                </a:spcBef>
                <a:spcAft>
                  <a:spcPts val="0"/>
                </a:spcAft>
                <a:buNone/>
              </a:pPr>
              <a:br>
                <a:rPr b="0" i="0" lang="en-US" sz="2683" u="none" cap="none" strike="noStrike">
                  <a:solidFill>
                    <a:srgbClr val="7F7F7F"/>
                  </a:solidFill>
                  <a:latin typeface="Calibri"/>
                  <a:ea typeface="Calibri"/>
                  <a:cs typeface="Calibri"/>
                  <a:sym typeface="Calibri"/>
                </a:rPr>
              </a:br>
              <a:r>
                <a:rPr b="0" i="0" lang="en-US" sz="2683" u="none" cap="none" strike="noStrike">
                  <a:solidFill>
                    <a:srgbClr val="7F7F7F"/>
                  </a:solidFill>
                  <a:latin typeface="Calibri"/>
                  <a:ea typeface="Calibri"/>
                  <a:cs typeface="Calibri"/>
                  <a:sym typeface="Calibri"/>
                </a:rPr>
                <a:t>[This sidebar area does not print.]</a:t>
              </a:r>
              <a:endParaRPr/>
            </a:p>
          </p:txBody>
        </p:sp>
        <p:pic>
          <p:nvPicPr>
            <p:cNvPr id="20" name="Google Shape;20;p2"/>
            <p:cNvPicPr preferRelativeResize="0"/>
            <p:nvPr/>
          </p:nvPicPr>
          <p:blipFill rotWithShape="1">
            <a:blip r:embed="rId2">
              <a:alphaModFix/>
            </a:blip>
            <a:srcRect b="0" l="0" r="0" t="0"/>
            <a:stretch/>
          </p:blipFill>
          <p:spPr>
            <a:xfrm>
              <a:off x="34281342" y="9107874"/>
              <a:ext cx="11904515" cy="10246926"/>
            </a:xfrm>
            <a:prstGeom prst="rect">
              <a:avLst/>
            </a:prstGeom>
            <a:noFill/>
            <a:ln>
              <a:noFill/>
            </a:ln>
          </p:spPr>
        </p:pic>
      </p:grpSp>
      <p:pic>
        <p:nvPicPr>
          <p:cNvPr id="21" name="Google Shape;21;p2"/>
          <p:cNvPicPr preferRelativeResize="0"/>
          <p:nvPr/>
        </p:nvPicPr>
        <p:blipFill rotWithShape="1">
          <a:blip r:embed="rId3">
            <a:alphaModFix/>
          </a:blip>
          <a:srcRect b="0" l="0" r="0" t="0"/>
          <a:stretch/>
        </p:blipFill>
        <p:spPr>
          <a:xfrm>
            <a:off x="38481001" y="20779994"/>
            <a:ext cx="5297435" cy="17818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pic>
        <p:nvPicPr>
          <p:cNvPr descr="Droplets-HD-Title-R1d.png" id="23" name="Google Shape;23;p3"/>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24" name="Google Shape;24;p3"/>
          <p:cNvSpPr txBox="1"/>
          <p:nvPr>
            <p:ph type="ctrTitle"/>
          </p:nvPr>
        </p:nvSpPr>
        <p:spPr>
          <a:xfrm>
            <a:off x="6303643" y="3989075"/>
            <a:ext cx="31283914" cy="76949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4720"/>
              <a:buFont typeface="Twentieth Century"/>
              <a:buNone/>
              <a:defRPr sz="1472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 type="subTitle"/>
          </p:nvPr>
        </p:nvSpPr>
        <p:spPr>
          <a:xfrm>
            <a:off x="6303643" y="11917682"/>
            <a:ext cx="31283914" cy="4206237"/>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3067"/>
              </a:spcBef>
              <a:spcAft>
                <a:spcPts val="0"/>
              </a:spcAft>
              <a:buSzPts val="6747"/>
              <a:buNone/>
              <a:defRPr sz="6747">
                <a:solidFill>
                  <a:srgbClr val="7F7F7F"/>
                </a:solidFill>
              </a:defRPr>
            </a:lvl1pPr>
            <a:lvl2pPr lvl="1" algn="ctr">
              <a:lnSpc>
                <a:spcPct val="120000"/>
              </a:lnSpc>
              <a:spcBef>
                <a:spcPts val="1533"/>
              </a:spcBef>
              <a:spcAft>
                <a:spcPts val="0"/>
              </a:spcAft>
              <a:buSzPts val="6133"/>
              <a:buNone/>
              <a:defRPr sz="6133"/>
            </a:lvl2pPr>
            <a:lvl3pPr lvl="2" algn="ctr">
              <a:lnSpc>
                <a:spcPct val="120000"/>
              </a:lnSpc>
              <a:spcBef>
                <a:spcPts val="1533"/>
              </a:spcBef>
              <a:spcAft>
                <a:spcPts val="0"/>
              </a:spcAft>
              <a:buSzPts val="5520"/>
              <a:buNone/>
              <a:defRPr sz="5520"/>
            </a:lvl3pPr>
            <a:lvl4pPr lvl="3" algn="ctr">
              <a:lnSpc>
                <a:spcPct val="120000"/>
              </a:lnSpc>
              <a:spcBef>
                <a:spcPts val="1533"/>
              </a:spcBef>
              <a:spcAft>
                <a:spcPts val="0"/>
              </a:spcAft>
              <a:buSzPts val="4907"/>
              <a:buNone/>
              <a:defRPr sz="4907"/>
            </a:lvl4pPr>
            <a:lvl5pPr lvl="4" algn="ctr">
              <a:lnSpc>
                <a:spcPct val="120000"/>
              </a:lnSpc>
              <a:spcBef>
                <a:spcPts val="1533"/>
              </a:spcBef>
              <a:spcAft>
                <a:spcPts val="0"/>
              </a:spcAft>
              <a:buSzPts val="4907"/>
              <a:buNone/>
              <a:defRPr sz="4907"/>
            </a:lvl5pPr>
            <a:lvl6pPr lvl="5" algn="ctr">
              <a:lnSpc>
                <a:spcPct val="120000"/>
              </a:lnSpc>
              <a:spcBef>
                <a:spcPts val="1533"/>
              </a:spcBef>
              <a:spcAft>
                <a:spcPts val="0"/>
              </a:spcAft>
              <a:buSzPts val="4907"/>
              <a:buNone/>
              <a:defRPr sz="4907"/>
            </a:lvl6pPr>
            <a:lvl7pPr lvl="6" algn="ctr">
              <a:lnSpc>
                <a:spcPct val="120000"/>
              </a:lnSpc>
              <a:spcBef>
                <a:spcPts val="1533"/>
              </a:spcBef>
              <a:spcAft>
                <a:spcPts val="0"/>
              </a:spcAft>
              <a:buSzPts val="4907"/>
              <a:buNone/>
              <a:defRPr sz="4907"/>
            </a:lvl7pPr>
            <a:lvl8pPr lvl="7" algn="ctr">
              <a:lnSpc>
                <a:spcPct val="120000"/>
              </a:lnSpc>
              <a:spcBef>
                <a:spcPts val="1533"/>
              </a:spcBef>
              <a:spcAft>
                <a:spcPts val="0"/>
              </a:spcAft>
              <a:buSzPts val="4907"/>
              <a:buNone/>
              <a:defRPr sz="4907"/>
            </a:lvl8pPr>
            <a:lvl9pPr lvl="8" algn="ctr">
              <a:lnSpc>
                <a:spcPct val="120000"/>
              </a:lnSpc>
              <a:spcBef>
                <a:spcPts val="1533"/>
              </a:spcBef>
              <a:spcAft>
                <a:spcPts val="0"/>
              </a:spcAft>
              <a:buSzPts val="4907"/>
              <a:buNone/>
              <a:defRPr sz="4907"/>
            </a:lvl9pPr>
          </a:lstStyle>
          <a:p/>
        </p:txBody>
      </p:sp>
      <p:sp>
        <p:nvSpPr>
          <p:cNvPr id="26" name="Google Shape;26;p3"/>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pic>
        <p:nvPicPr>
          <p:cNvPr descr="Droplets-HD-Content-R1d.png" id="30" name="Google Shape;30;p4"/>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31" name="Google Shape;31;p4"/>
          <p:cNvSpPr txBox="1"/>
          <p:nvPr>
            <p:ph type="title"/>
          </p:nvPr>
        </p:nvSpPr>
        <p:spPr>
          <a:xfrm>
            <a:off x="3289592" y="1896787"/>
            <a:ext cx="37312024" cy="489494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
          <p:cNvSpPr txBox="1"/>
          <p:nvPr>
            <p:ph idx="1" type="body"/>
          </p:nvPr>
        </p:nvSpPr>
        <p:spPr>
          <a:xfrm>
            <a:off x="3289586" y="7259084"/>
            <a:ext cx="37309774" cy="10500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067"/>
              </a:spcBef>
              <a:spcAft>
                <a:spcPts val="0"/>
              </a:spcAft>
              <a:buSzPts val="1800"/>
              <a:buChar char="•"/>
              <a:defRPr/>
            </a:lvl1pPr>
            <a:lvl2pPr indent="-342900" lvl="1" marL="914400" algn="l">
              <a:lnSpc>
                <a:spcPct val="120000"/>
              </a:lnSpc>
              <a:spcBef>
                <a:spcPts val="1533"/>
              </a:spcBef>
              <a:spcAft>
                <a:spcPts val="0"/>
              </a:spcAft>
              <a:buSzPts val="1800"/>
              <a:buChar char="•"/>
              <a:defRPr/>
            </a:lvl2pPr>
            <a:lvl3pPr indent="-342900" lvl="2" marL="1371600" algn="l">
              <a:lnSpc>
                <a:spcPct val="120000"/>
              </a:lnSpc>
              <a:spcBef>
                <a:spcPts val="1533"/>
              </a:spcBef>
              <a:spcAft>
                <a:spcPts val="0"/>
              </a:spcAft>
              <a:buSzPts val="1800"/>
              <a:buChar char="•"/>
              <a:defRPr/>
            </a:lvl3pPr>
            <a:lvl4pPr indent="-342900" lvl="3" marL="1828800" algn="l">
              <a:lnSpc>
                <a:spcPct val="120000"/>
              </a:lnSpc>
              <a:spcBef>
                <a:spcPts val="1533"/>
              </a:spcBef>
              <a:spcAft>
                <a:spcPts val="0"/>
              </a:spcAft>
              <a:buSzPts val="1800"/>
              <a:buChar char="•"/>
              <a:defRPr/>
            </a:lvl4pPr>
            <a:lvl5pPr indent="-342900" lvl="4" marL="2286000" algn="l">
              <a:lnSpc>
                <a:spcPct val="120000"/>
              </a:lnSpc>
              <a:spcBef>
                <a:spcPts val="1533"/>
              </a:spcBef>
              <a:spcAft>
                <a:spcPts val="0"/>
              </a:spcAft>
              <a:buSzPts val="1800"/>
              <a:buChar char="•"/>
              <a:defRPr/>
            </a:lvl5pPr>
            <a:lvl6pPr indent="-342900" lvl="5" marL="2743200" algn="l">
              <a:lnSpc>
                <a:spcPct val="120000"/>
              </a:lnSpc>
              <a:spcBef>
                <a:spcPts val="1533"/>
              </a:spcBef>
              <a:spcAft>
                <a:spcPts val="0"/>
              </a:spcAft>
              <a:buSzPts val="1800"/>
              <a:buChar char="•"/>
              <a:defRPr/>
            </a:lvl6pPr>
            <a:lvl7pPr indent="-342900" lvl="6" marL="3200400" algn="l">
              <a:lnSpc>
                <a:spcPct val="120000"/>
              </a:lnSpc>
              <a:spcBef>
                <a:spcPts val="1533"/>
              </a:spcBef>
              <a:spcAft>
                <a:spcPts val="0"/>
              </a:spcAft>
              <a:buSzPts val="1800"/>
              <a:buChar char="•"/>
              <a:defRPr/>
            </a:lvl7pPr>
            <a:lvl8pPr indent="-342900" lvl="7" marL="3657600" algn="l">
              <a:lnSpc>
                <a:spcPct val="120000"/>
              </a:lnSpc>
              <a:spcBef>
                <a:spcPts val="1533"/>
              </a:spcBef>
              <a:spcAft>
                <a:spcPts val="0"/>
              </a:spcAft>
              <a:buSzPts val="1800"/>
              <a:buChar char="•"/>
              <a:defRPr/>
            </a:lvl8pPr>
            <a:lvl9pPr indent="-342900" lvl="8" marL="4114800" algn="l">
              <a:lnSpc>
                <a:spcPct val="120000"/>
              </a:lnSpc>
              <a:spcBef>
                <a:spcPts val="1533"/>
              </a:spcBef>
              <a:spcAft>
                <a:spcPts val="0"/>
              </a:spcAft>
              <a:buSzPts val="1800"/>
              <a:buChar char="•"/>
              <a:defRPr/>
            </a:lvl9pPr>
          </a:lstStyle>
          <a:p/>
        </p:txBody>
      </p:sp>
      <p:sp>
        <p:nvSpPr>
          <p:cNvPr id="33" name="Google Shape;33;p4"/>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pic>
        <p:nvPicPr>
          <p:cNvPr descr="Droplets-HD-Content-R1d.png" id="37" name="Google Shape;37;p5"/>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38" name="Google Shape;38;p5"/>
          <p:cNvSpPr txBox="1"/>
          <p:nvPr>
            <p:ph type="title"/>
          </p:nvPr>
        </p:nvSpPr>
        <p:spPr>
          <a:xfrm>
            <a:off x="3289587" y="2540928"/>
            <a:ext cx="37266307" cy="839291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2267"/>
              <a:buFont typeface="Twentieth Century"/>
              <a:buNone/>
              <a:defRPr sz="1226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body"/>
          </p:nvPr>
        </p:nvSpPr>
        <p:spPr>
          <a:xfrm>
            <a:off x="3289587" y="11216203"/>
            <a:ext cx="37266307" cy="4195761"/>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067"/>
              </a:spcBef>
              <a:spcAft>
                <a:spcPts val="0"/>
              </a:spcAft>
              <a:buSzPts val="6133"/>
              <a:buNone/>
              <a:defRPr sz="6133">
                <a:solidFill>
                  <a:srgbClr val="7F7F7F"/>
                </a:solidFill>
              </a:defRPr>
            </a:lvl1pPr>
            <a:lvl2pPr indent="-228600" lvl="1" marL="914400" algn="l">
              <a:lnSpc>
                <a:spcPct val="120000"/>
              </a:lnSpc>
              <a:spcBef>
                <a:spcPts val="1533"/>
              </a:spcBef>
              <a:spcAft>
                <a:spcPts val="0"/>
              </a:spcAft>
              <a:buSzPts val="6133"/>
              <a:buNone/>
              <a:defRPr sz="6133">
                <a:solidFill>
                  <a:srgbClr val="888888"/>
                </a:solidFill>
              </a:defRPr>
            </a:lvl2pPr>
            <a:lvl3pPr indent="-228600" lvl="2" marL="1371600" algn="l">
              <a:lnSpc>
                <a:spcPct val="120000"/>
              </a:lnSpc>
              <a:spcBef>
                <a:spcPts val="1533"/>
              </a:spcBef>
              <a:spcAft>
                <a:spcPts val="0"/>
              </a:spcAft>
              <a:buSzPts val="5520"/>
              <a:buNone/>
              <a:defRPr sz="5520">
                <a:solidFill>
                  <a:srgbClr val="888888"/>
                </a:solidFill>
              </a:defRPr>
            </a:lvl3pPr>
            <a:lvl4pPr indent="-228600" lvl="3" marL="1828800" algn="l">
              <a:lnSpc>
                <a:spcPct val="120000"/>
              </a:lnSpc>
              <a:spcBef>
                <a:spcPts val="1533"/>
              </a:spcBef>
              <a:spcAft>
                <a:spcPts val="0"/>
              </a:spcAft>
              <a:buSzPts val="4907"/>
              <a:buNone/>
              <a:defRPr sz="4907">
                <a:solidFill>
                  <a:srgbClr val="888888"/>
                </a:solidFill>
              </a:defRPr>
            </a:lvl4pPr>
            <a:lvl5pPr indent="-228600" lvl="4" marL="2286000" algn="l">
              <a:lnSpc>
                <a:spcPct val="120000"/>
              </a:lnSpc>
              <a:spcBef>
                <a:spcPts val="1533"/>
              </a:spcBef>
              <a:spcAft>
                <a:spcPts val="0"/>
              </a:spcAft>
              <a:buSzPts val="4907"/>
              <a:buNone/>
              <a:defRPr sz="4907">
                <a:solidFill>
                  <a:srgbClr val="888888"/>
                </a:solidFill>
              </a:defRPr>
            </a:lvl5pPr>
            <a:lvl6pPr indent="-228600" lvl="5" marL="2743200" algn="l">
              <a:lnSpc>
                <a:spcPct val="120000"/>
              </a:lnSpc>
              <a:spcBef>
                <a:spcPts val="1533"/>
              </a:spcBef>
              <a:spcAft>
                <a:spcPts val="0"/>
              </a:spcAft>
              <a:buSzPts val="4907"/>
              <a:buNone/>
              <a:defRPr sz="4907">
                <a:solidFill>
                  <a:srgbClr val="888888"/>
                </a:solidFill>
              </a:defRPr>
            </a:lvl6pPr>
            <a:lvl7pPr indent="-228600" lvl="6" marL="3200400" algn="l">
              <a:lnSpc>
                <a:spcPct val="120000"/>
              </a:lnSpc>
              <a:spcBef>
                <a:spcPts val="1533"/>
              </a:spcBef>
              <a:spcAft>
                <a:spcPts val="0"/>
              </a:spcAft>
              <a:buSzPts val="4907"/>
              <a:buNone/>
              <a:defRPr sz="4907">
                <a:solidFill>
                  <a:srgbClr val="888888"/>
                </a:solidFill>
              </a:defRPr>
            </a:lvl7pPr>
            <a:lvl8pPr indent="-228600" lvl="7" marL="3657600" algn="l">
              <a:lnSpc>
                <a:spcPct val="120000"/>
              </a:lnSpc>
              <a:spcBef>
                <a:spcPts val="1533"/>
              </a:spcBef>
              <a:spcAft>
                <a:spcPts val="0"/>
              </a:spcAft>
              <a:buSzPts val="4907"/>
              <a:buNone/>
              <a:defRPr sz="4907">
                <a:solidFill>
                  <a:srgbClr val="888888"/>
                </a:solidFill>
              </a:defRPr>
            </a:lvl8pPr>
            <a:lvl9pPr indent="-228600" lvl="8" marL="4114800" algn="l">
              <a:lnSpc>
                <a:spcPct val="120000"/>
              </a:lnSpc>
              <a:spcBef>
                <a:spcPts val="1533"/>
              </a:spcBef>
              <a:spcAft>
                <a:spcPts val="0"/>
              </a:spcAft>
              <a:buSzPts val="4907"/>
              <a:buNone/>
              <a:defRPr sz="4907">
                <a:solidFill>
                  <a:srgbClr val="888888"/>
                </a:solidFill>
              </a:defRPr>
            </a:lvl9pPr>
          </a:lstStyle>
          <a:p/>
        </p:txBody>
      </p:sp>
      <p:sp>
        <p:nvSpPr>
          <p:cNvPr id="40" name="Google Shape;40;p5"/>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pic>
        <p:nvPicPr>
          <p:cNvPr descr="Droplets-HD-Content-R1d.png" id="44" name="Google Shape;44;p6"/>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45" name="Google Shape;45;p6"/>
          <p:cNvSpPr txBox="1"/>
          <p:nvPr>
            <p:ph type="title"/>
          </p:nvPr>
        </p:nvSpPr>
        <p:spPr>
          <a:xfrm>
            <a:off x="3289592" y="1896787"/>
            <a:ext cx="37312024" cy="489494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
          <p:cNvSpPr txBox="1"/>
          <p:nvPr>
            <p:ph idx="1" type="body"/>
          </p:nvPr>
        </p:nvSpPr>
        <p:spPr>
          <a:xfrm>
            <a:off x="3289586" y="7259084"/>
            <a:ext cx="18381694" cy="10500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067"/>
              </a:spcBef>
              <a:spcAft>
                <a:spcPts val="0"/>
              </a:spcAft>
              <a:buSzPts val="1800"/>
              <a:buChar char="•"/>
              <a:defRPr/>
            </a:lvl1pPr>
            <a:lvl2pPr indent="-342900" lvl="1" marL="914400" algn="l">
              <a:lnSpc>
                <a:spcPct val="120000"/>
              </a:lnSpc>
              <a:spcBef>
                <a:spcPts val="1533"/>
              </a:spcBef>
              <a:spcAft>
                <a:spcPts val="0"/>
              </a:spcAft>
              <a:buSzPts val="1800"/>
              <a:buChar char="•"/>
              <a:defRPr/>
            </a:lvl2pPr>
            <a:lvl3pPr indent="-342900" lvl="2" marL="1371600" algn="l">
              <a:lnSpc>
                <a:spcPct val="120000"/>
              </a:lnSpc>
              <a:spcBef>
                <a:spcPts val="1533"/>
              </a:spcBef>
              <a:spcAft>
                <a:spcPts val="0"/>
              </a:spcAft>
              <a:buSzPts val="1800"/>
              <a:buChar char="•"/>
              <a:defRPr/>
            </a:lvl3pPr>
            <a:lvl4pPr indent="-342900" lvl="3" marL="1828800" algn="l">
              <a:lnSpc>
                <a:spcPct val="120000"/>
              </a:lnSpc>
              <a:spcBef>
                <a:spcPts val="1533"/>
              </a:spcBef>
              <a:spcAft>
                <a:spcPts val="0"/>
              </a:spcAft>
              <a:buSzPts val="1800"/>
              <a:buChar char="•"/>
              <a:defRPr/>
            </a:lvl4pPr>
            <a:lvl5pPr indent="-342900" lvl="4" marL="2286000" algn="l">
              <a:lnSpc>
                <a:spcPct val="120000"/>
              </a:lnSpc>
              <a:spcBef>
                <a:spcPts val="1533"/>
              </a:spcBef>
              <a:spcAft>
                <a:spcPts val="0"/>
              </a:spcAft>
              <a:buSzPts val="1800"/>
              <a:buChar char="•"/>
              <a:defRPr/>
            </a:lvl5pPr>
            <a:lvl6pPr indent="-342900" lvl="5" marL="2743200" algn="l">
              <a:lnSpc>
                <a:spcPct val="120000"/>
              </a:lnSpc>
              <a:spcBef>
                <a:spcPts val="1533"/>
              </a:spcBef>
              <a:spcAft>
                <a:spcPts val="0"/>
              </a:spcAft>
              <a:buSzPts val="1800"/>
              <a:buChar char="•"/>
              <a:defRPr/>
            </a:lvl6pPr>
            <a:lvl7pPr indent="-342900" lvl="6" marL="3200400" algn="l">
              <a:lnSpc>
                <a:spcPct val="120000"/>
              </a:lnSpc>
              <a:spcBef>
                <a:spcPts val="1533"/>
              </a:spcBef>
              <a:spcAft>
                <a:spcPts val="0"/>
              </a:spcAft>
              <a:buSzPts val="1800"/>
              <a:buChar char="•"/>
              <a:defRPr/>
            </a:lvl7pPr>
            <a:lvl8pPr indent="-342900" lvl="7" marL="3657600" algn="l">
              <a:lnSpc>
                <a:spcPct val="120000"/>
              </a:lnSpc>
              <a:spcBef>
                <a:spcPts val="1533"/>
              </a:spcBef>
              <a:spcAft>
                <a:spcPts val="0"/>
              </a:spcAft>
              <a:buSzPts val="1800"/>
              <a:buChar char="•"/>
              <a:defRPr/>
            </a:lvl8pPr>
            <a:lvl9pPr indent="-342900" lvl="8" marL="4114800" algn="l">
              <a:lnSpc>
                <a:spcPct val="120000"/>
              </a:lnSpc>
              <a:spcBef>
                <a:spcPts val="1533"/>
              </a:spcBef>
              <a:spcAft>
                <a:spcPts val="0"/>
              </a:spcAft>
              <a:buSzPts val="1800"/>
              <a:buChar char="•"/>
              <a:defRPr/>
            </a:lvl9pPr>
          </a:lstStyle>
          <a:p/>
        </p:txBody>
      </p:sp>
      <p:sp>
        <p:nvSpPr>
          <p:cNvPr id="47" name="Google Shape;47;p6"/>
          <p:cNvSpPr txBox="1"/>
          <p:nvPr>
            <p:ph idx="2" type="body"/>
          </p:nvPr>
        </p:nvSpPr>
        <p:spPr>
          <a:xfrm>
            <a:off x="22219920" y="7259084"/>
            <a:ext cx="18379440" cy="10500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067"/>
              </a:spcBef>
              <a:spcAft>
                <a:spcPts val="0"/>
              </a:spcAft>
              <a:buSzPts val="1800"/>
              <a:buChar char="•"/>
              <a:defRPr/>
            </a:lvl1pPr>
            <a:lvl2pPr indent="-342900" lvl="1" marL="914400" algn="l">
              <a:lnSpc>
                <a:spcPct val="120000"/>
              </a:lnSpc>
              <a:spcBef>
                <a:spcPts val="1533"/>
              </a:spcBef>
              <a:spcAft>
                <a:spcPts val="0"/>
              </a:spcAft>
              <a:buSzPts val="1800"/>
              <a:buChar char="•"/>
              <a:defRPr/>
            </a:lvl2pPr>
            <a:lvl3pPr indent="-342900" lvl="2" marL="1371600" algn="l">
              <a:lnSpc>
                <a:spcPct val="120000"/>
              </a:lnSpc>
              <a:spcBef>
                <a:spcPts val="1533"/>
              </a:spcBef>
              <a:spcAft>
                <a:spcPts val="0"/>
              </a:spcAft>
              <a:buSzPts val="1800"/>
              <a:buChar char="•"/>
              <a:defRPr/>
            </a:lvl3pPr>
            <a:lvl4pPr indent="-342900" lvl="3" marL="1828800" algn="l">
              <a:lnSpc>
                <a:spcPct val="120000"/>
              </a:lnSpc>
              <a:spcBef>
                <a:spcPts val="1533"/>
              </a:spcBef>
              <a:spcAft>
                <a:spcPts val="0"/>
              </a:spcAft>
              <a:buSzPts val="1800"/>
              <a:buChar char="•"/>
              <a:defRPr/>
            </a:lvl4pPr>
            <a:lvl5pPr indent="-342900" lvl="4" marL="2286000" algn="l">
              <a:lnSpc>
                <a:spcPct val="120000"/>
              </a:lnSpc>
              <a:spcBef>
                <a:spcPts val="1533"/>
              </a:spcBef>
              <a:spcAft>
                <a:spcPts val="0"/>
              </a:spcAft>
              <a:buSzPts val="1800"/>
              <a:buChar char="•"/>
              <a:defRPr/>
            </a:lvl5pPr>
            <a:lvl6pPr indent="-342900" lvl="5" marL="2743200" algn="l">
              <a:lnSpc>
                <a:spcPct val="120000"/>
              </a:lnSpc>
              <a:spcBef>
                <a:spcPts val="1533"/>
              </a:spcBef>
              <a:spcAft>
                <a:spcPts val="0"/>
              </a:spcAft>
              <a:buSzPts val="1800"/>
              <a:buChar char="•"/>
              <a:defRPr/>
            </a:lvl6pPr>
            <a:lvl7pPr indent="-342900" lvl="6" marL="3200400" algn="l">
              <a:lnSpc>
                <a:spcPct val="120000"/>
              </a:lnSpc>
              <a:spcBef>
                <a:spcPts val="1533"/>
              </a:spcBef>
              <a:spcAft>
                <a:spcPts val="0"/>
              </a:spcAft>
              <a:buSzPts val="1800"/>
              <a:buChar char="•"/>
              <a:defRPr/>
            </a:lvl7pPr>
            <a:lvl8pPr indent="-342900" lvl="7" marL="3657600" algn="l">
              <a:lnSpc>
                <a:spcPct val="120000"/>
              </a:lnSpc>
              <a:spcBef>
                <a:spcPts val="1533"/>
              </a:spcBef>
              <a:spcAft>
                <a:spcPts val="0"/>
              </a:spcAft>
              <a:buSzPts val="1800"/>
              <a:buChar char="•"/>
              <a:defRPr/>
            </a:lvl8pPr>
            <a:lvl9pPr indent="-342900" lvl="8" marL="4114800" algn="l">
              <a:lnSpc>
                <a:spcPct val="120000"/>
              </a:lnSpc>
              <a:spcBef>
                <a:spcPts val="1533"/>
              </a:spcBef>
              <a:spcAft>
                <a:spcPts val="0"/>
              </a:spcAft>
              <a:buSzPts val="1800"/>
              <a:buChar char="•"/>
              <a:defRPr/>
            </a:lvl9pPr>
          </a:lstStyle>
          <a:p/>
        </p:txBody>
      </p:sp>
      <p:sp>
        <p:nvSpPr>
          <p:cNvPr id="48" name="Google Shape;48;p6"/>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pic>
        <p:nvPicPr>
          <p:cNvPr descr="Droplets-HD-Content-R1d.png" id="52" name="Google Shape;52;p7"/>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53" name="Google Shape;53;p7"/>
          <p:cNvSpPr txBox="1"/>
          <p:nvPr>
            <p:ph type="title"/>
          </p:nvPr>
        </p:nvSpPr>
        <p:spPr>
          <a:xfrm>
            <a:off x="3289592" y="1896787"/>
            <a:ext cx="37312024" cy="489494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7"/>
          <p:cNvSpPr txBox="1"/>
          <p:nvPr>
            <p:ph idx="1" type="body"/>
          </p:nvPr>
        </p:nvSpPr>
        <p:spPr>
          <a:xfrm>
            <a:off x="4126781" y="7271122"/>
            <a:ext cx="17544506" cy="2085315"/>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3067"/>
              </a:spcBef>
              <a:spcAft>
                <a:spcPts val="0"/>
              </a:spcAft>
              <a:buSzPts val="7973"/>
              <a:buNone/>
              <a:defRPr b="0" sz="7973">
                <a:solidFill>
                  <a:schemeClr val="dk1"/>
                </a:solidFill>
              </a:defRPr>
            </a:lvl1pPr>
            <a:lvl2pPr indent="-228600" lvl="1" marL="914400" algn="l">
              <a:lnSpc>
                <a:spcPct val="120000"/>
              </a:lnSpc>
              <a:spcBef>
                <a:spcPts val="1533"/>
              </a:spcBef>
              <a:spcAft>
                <a:spcPts val="0"/>
              </a:spcAft>
              <a:buSzPts val="6133"/>
              <a:buNone/>
              <a:defRPr b="1" sz="6133"/>
            </a:lvl2pPr>
            <a:lvl3pPr indent="-228600" lvl="2" marL="1371600" algn="l">
              <a:lnSpc>
                <a:spcPct val="120000"/>
              </a:lnSpc>
              <a:spcBef>
                <a:spcPts val="1533"/>
              </a:spcBef>
              <a:spcAft>
                <a:spcPts val="0"/>
              </a:spcAft>
              <a:buSzPts val="5520"/>
              <a:buNone/>
              <a:defRPr b="1" sz="5520"/>
            </a:lvl3pPr>
            <a:lvl4pPr indent="-228600" lvl="3" marL="1828800" algn="l">
              <a:lnSpc>
                <a:spcPct val="120000"/>
              </a:lnSpc>
              <a:spcBef>
                <a:spcPts val="1533"/>
              </a:spcBef>
              <a:spcAft>
                <a:spcPts val="0"/>
              </a:spcAft>
              <a:buSzPts val="4907"/>
              <a:buNone/>
              <a:defRPr b="1" sz="4907"/>
            </a:lvl4pPr>
            <a:lvl5pPr indent="-228600" lvl="4" marL="2286000" algn="l">
              <a:lnSpc>
                <a:spcPct val="120000"/>
              </a:lnSpc>
              <a:spcBef>
                <a:spcPts val="1533"/>
              </a:spcBef>
              <a:spcAft>
                <a:spcPts val="0"/>
              </a:spcAft>
              <a:buSzPts val="4907"/>
              <a:buNone/>
              <a:defRPr b="1" sz="4907"/>
            </a:lvl5pPr>
            <a:lvl6pPr indent="-228600" lvl="5" marL="2743200" algn="l">
              <a:lnSpc>
                <a:spcPct val="120000"/>
              </a:lnSpc>
              <a:spcBef>
                <a:spcPts val="1533"/>
              </a:spcBef>
              <a:spcAft>
                <a:spcPts val="0"/>
              </a:spcAft>
              <a:buSzPts val="4907"/>
              <a:buNone/>
              <a:defRPr b="1" sz="4907"/>
            </a:lvl6pPr>
            <a:lvl7pPr indent="-228600" lvl="6" marL="3200400" algn="l">
              <a:lnSpc>
                <a:spcPct val="120000"/>
              </a:lnSpc>
              <a:spcBef>
                <a:spcPts val="1533"/>
              </a:spcBef>
              <a:spcAft>
                <a:spcPts val="0"/>
              </a:spcAft>
              <a:buSzPts val="4907"/>
              <a:buNone/>
              <a:defRPr b="1" sz="4907"/>
            </a:lvl7pPr>
            <a:lvl8pPr indent="-228600" lvl="7" marL="3657600" algn="l">
              <a:lnSpc>
                <a:spcPct val="120000"/>
              </a:lnSpc>
              <a:spcBef>
                <a:spcPts val="1533"/>
              </a:spcBef>
              <a:spcAft>
                <a:spcPts val="0"/>
              </a:spcAft>
              <a:buSzPts val="4907"/>
              <a:buNone/>
              <a:defRPr b="1" sz="4907"/>
            </a:lvl8pPr>
            <a:lvl9pPr indent="-228600" lvl="8" marL="4114800" algn="l">
              <a:lnSpc>
                <a:spcPct val="120000"/>
              </a:lnSpc>
              <a:spcBef>
                <a:spcPts val="1533"/>
              </a:spcBef>
              <a:spcAft>
                <a:spcPts val="0"/>
              </a:spcAft>
              <a:buSzPts val="4907"/>
              <a:buNone/>
              <a:defRPr b="1" sz="4907"/>
            </a:lvl9pPr>
          </a:lstStyle>
          <a:p/>
        </p:txBody>
      </p:sp>
      <p:sp>
        <p:nvSpPr>
          <p:cNvPr id="55" name="Google Shape;55;p7"/>
          <p:cNvSpPr txBox="1"/>
          <p:nvPr>
            <p:ph idx="2" type="body"/>
          </p:nvPr>
        </p:nvSpPr>
        <p:spPr>
          <a:xfrm>
            <a:off x="3289588" y="9356438"/>
            <a:ext cx="18381697" cy="840324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067"/>
              </a:spcBef>
              <a:spcAft>
                <a:spcPts val="0"/>
              </a:spcAft>
              <a:buSzPts val="1800"/>
              <a:buChar char="•"/>
              <a:defRPr/>
            </a:lvl1pPr>
            <a:lvl2pPr indent="-342900" lvl="1" marL="914400" algn="l">
              <a:lnSpc>
                <a:spcPct val="120000"/>
              </a:lnSpc>
              <a:spcBef>
                <a:spcPts val="1533"/>
              </a:spcBef>
              <a:spcAft>
                <a:spcPts val="0"/>
              </a:spcAft>
              <a:buSzPts val="1800"/>
              <a:buChar char="•"/>
              <a:defRPr/>
            </a:lvl2pPr>
            <a:lvl3pPr indent="-342900" lvl="2" marL="1371600" algn="l">
              <a:lnSpc>
                <a:spcPct val="120000"/>
              </a:lnSpc>
              <a:spcBef>
                <a:spcPts val="1533"/>
              </a:spcBef>
              <a:spcAft>
                <a:spcPts val="0"/>
              </a:spcAft>
              <a:buSzPts val="1800"/>
              <a:buChar char="•"/>
              <a:defRPr/>
            </a:lvl3pPr>
            <a:lvl4pPr indent="-342900" lvl="3" marL="1828800" algn="l">
              <a:lnSpc>
                <a:spcPct val="120000"/>
              </a:lnSpc>
              <a:spcBef>
                <a:spcPts val="1533"/>
              </a:spcBef>
              <a:spcAft>
                <a:spcPts val="0"/>
              </a:spcAft>
              <a:buSzPts val="1800"/>
              <a:buChar char="•"/>
              <a:defRPr/>
            </a:lvl4pPr>
            <a:lvl5pPr indent="-342900" lvl="4" marL="2286000" algn="l">
              <a:lnSpc>
                <a:spcPct val="120000"/>
              </a:lnSpc>
              <a:spcBef>
                <a:spcPts val="1533"/>
              </a:spcBef>
              <a:spcAft>
                <a:spcPts val="0"/>
              </a:spcAft>
              <a:buSzPts val="1800"/>
              <a:buChar char="•"/>
              <a:defRPr/>
            </a:lvl5pPr>
            <a:lvl6pPr indent="-342900" lvl="5" marL="2743200" algn="l">
              <a:lnSpc>
                <a:spcPct val="120000"/>
              </a:lnSpc>
              <a:spcBef>
                <a:spcPts val="1533"/>
              </a:spcBef>
              <a:spcAft>
                <a:spcPts val="0"/>
              </a:spcAft>
              <a:buSzPts val="1800"/>
              <a:buChar char="•"/>
              <a:defRPr/>
            </a:lvl6pPr>
            <a:lvl7pPr indent="-342900" lvl="6" marL="3200400" algn="l">
              <a:lnSpc>
                <a:spcPct val="120000"/>
              </a:lnSpc>
              <a:spcBef>
                <a:spcPts val="1533"/>
              </a:spcBef>
              <a:spcAft>
                <a:spcPts val="0"/>
              </a:spcAft>
              <a:buSzPts val="1800"/>
              <a:buChar char="•"/>
              <a:defRPr/>
            </a:lvl7pPr>
            <a:lvl8pPr indent="-342900" lvl="7" marL="3657600" algn="l">
              <a:lnSpc>
                <a:spcPct val="120000"/>
              </a:lnSpc>
              <a:spcBef>
                <a:spcPts val="1533"/>
              </a:spcBef>
              <a:spcAft>
                <a:spcPts val="0"/>
              </a:spcAft>
              <a:buSzPts val="1800"/>
              <a:buChar char="•"/>
              <a:defRPr/>
            </a:lvl8pPr>
            <a:lvl9pPr indent="-342900" lvl="8" marL="4114800" algn="l">
              <a:lnSpc>
                <a:spcPct val="120000"/>
              </a:lnSpc>
              <a:spcBef>
                <a:spcPts val="1533"/>
              </a:spcBef>
              <a:spcAft>
                <a:spcPts val="0"/>
              </a:spcAft>
              <a:buSzPts val="1800"/>
              <a:buChar char="•"/>
              <a:defRPr/>
            </a:lvl9pPr>
          </a:lstStyle>
          <a:p/>
        </p:txBody>
      </p:sp>
      <p:sp>
        <p:nvSpPr>
          <p:cNvPr id="56" name="Google Shape;56;p7"/>
          <p:cNvSpPr txBox="1"/>
          <p:nvPr>
            <p:ph idx="3" type="body"/>
          </p:nvPr>
        </p:nvSpPr>
        <p:spPr>
          <a:xfrm>
            <a:off x="23027123" y="7271122"/>
            <a:ext cx="17574494" cy="2085315"/>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3067"/>
              </a:spcBef>
              <a:spcAft>
                <a:spcPts val="0"/>
              </a:spcAft>
              <a:buSzPts val="7973"/>
              <a:buNone/>
              <a:defRPr b="0" sz="7973">
                <a:solidFill>
                  <a:schemeClr val="dk1"/>
                </a:solidFill>
              </a:defRPr>
            </a:lvl1pPr>
            <a:lvl2pPr indent="-228600" lvl="1" marL="914400" algn="l">
              <a:lnSpc>
                <a:spcPct val="120000"/>
              </a:lnSpc>
              <a:spcBef>
                <a:spcPts val="1533"/>
              </a:spcBef>
              <a:spcAft>
                <a:spcPts val="0"/>
              </a:spcAft>
              <a:buSzPts val="6133"/>
              <a:buNone/>
              <a:defRPr b="1" sz="6133"/>
            </a:lvl2pPr>
            <a:lvl3pPr indent="-228600" lvl="2" marL="1371600" algn="l">
              <a:lnSpc>
                <a:spcPct val="120000"/>
              </a:lnSpc>
              <a:spcBef>
                <a:spcPts val="1533"/>
              </a:spcBef>
              <a:spcAft>
                <a:spcPts val="0"/>
              </a:spcAft>
              <a:buSzPts val="5520"/>
              <a:buNone/>
              <a:defRPr b="1" sz="5520"/>
            </a:lvl3pPr>
            <a:lvl4pPr indent="-228600" lvl="3" marL="1828800" algn="l">
              <a:lnSpc>
                <a:spcPct val="120000"/>
              </a:lnSpc>
              <a:spcBef>
                <a:spcPts val="1533"/>
              </a:spcBef>
              <a:spcAft>
                <a:spcPts val="0"/>
              </a:spcAft>
              <a:buSzPts val="4907"/>
              <a:buNone/>
              <a:defRPr b="1" sz="4907"/>
            </a:lvl4pPr>
            <a:lvl5pPr indent="-228600" lvl="4" marL="2286000" algn="l">
              <a:lnSpc>
                <a:spcPct val="120000"/>
              </a:lnSpc>
              <a:spcBef>
                <a:spcPts val="1533"/>
              </a:spcBef>
              <a:spcAft>
                <a:spcPts val="0"/>
              </a:spcAft>
              <a:buSzPts val="4907"/>
              <a:buNone/>
              <a:defRPr b="1" sz="4907"/>
            </a:lvl5pPr>
            <a:lvl6pPr indent="-228600" lvl="5" marL="2743200" algn="l">
              <a:lnSpc>
                <a:spcPct val="120000"/>
              </a:lnSpc>
              <a:spcBef>
                <a:spcPts val="1533"/>
              </a:spcBef>
              <a:spcAft>
                <a:spcPts val="0"/>
              </a:spcAft>
              <a:buSzPts val="4907"/>
              <a:buNone/>
              <a:defRPr b="1" sz="4907"/>
            </a:lvl6pPr>
            <a:lvl7pPr indent="-228600" lvl="6" marL="3200400" algn="l">
              <a:lnSpc>
                <a:spcPct val="120000"/>
              </a:lnSpc>
              <a:spcBef>
                <a:spcPts val="1533"/>
              </a:spcBef>
              <a:spcAft>
                <a:spcPts val="0"/>
              </a:spcAft>
              <a:buSzPts val="4907"/>
              <a:buNone/>
              <a:defRPr b="1" sz="4907"/>
            </a:lvl7pPr>
            <a:lvl8pPr indent="-228600" lvl="7" marL="3657600" algn="l">
              <a:lnSpc>
                <a:spcPct val="120000"/>
              </a:lnSpc>
              <a:spcBef>
                <a:spcPts val="1533"/>
              </a:spcBef>
              <a:spcAft>
                <a:spcPts val="0"/>
              </a:spcAft>
              <a:buSzPts val="4907"/>
              <a:buNone/>
              <a:defRPr b="1" sz="4907"/>
            </a:lvl8pPr>
            <a:lvl9pPr indent="-228600" lvl="8" marL="4114800" algn="l">
              <a:lnSpc>
                <a:spcPct val="120000"/>
              </a:lnSpc>
              <a:spcBef>
                <a:spcPts val="1533"/>
              </a:spcBef>
              <a:spcAft>
                <a:spcPts val="0"/>
              </a:spcAft>
              <a:buSzPts val="4907"/>
              <a:buNone/>
              <a:defRPr b="1" sz="4907"/>
            </a:lvl9pPr>
          </a:lstStyle>
          <a:p/>
        </p:txBody>
      </p:sp>
      <p:sp>
        <p:nvSpPr>
          <p:cNvPr id="57" name="Google Shape;57;p7"/>
          <p:cNvSpPr txBox="1"/>
          <p:nvPr>
            <p:ph idx="4" type="body"/>
          </p:nvPr>
        </p:nvSpPr>
        <p:spPr>
          <a:xfrm>
            <a:off x="22219922" y="9356438"/>
            <a:ext cx="18379444" cy="840324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067"/>
              </a:spcBef>
              <a:spcAft>
                <a:spcPts val="0"/>
              </a:spcAft>
              <a:buSzPts val="1800"/>
              <a:buChar char="•"/>
              <a:defRPr/>
            </a:lvl1pPr>
            <a:lvl2pPr indent="-342900" lvl="1" marL="914400" algn="l">
              <a:lnSpc>
                <a:spcPct val="120000"/>
              </a:lnSpc>
              <a:spcBef>
                <a:spcPts val="1533"/>
              </a:spcBef>
              <a:spcAft>
                <a:spcPts val="0"/>
              </a:spcAft>
              <a:buSzPts val="1800"/>
              <a:buChar char="•"/>
              <a:defRPr/>
            </a:lvl2pPr>
            <a:lvl3pPr indent="-342900" lvl="2" marL="1371600" algn="l">
              <a:lnSpc>
                <a:spcPct val="120000"/>
              </a:lnSpc>
              <a:spcBef>
                <a:spcPts val="1533"/>
              </a:spcBef>
              <a:spcAft>
                <a:spcPts val="0"/>
              </a:spcAft>
              <a:buSzPts val="1800"/>
              <a:buChar char="•"/>
              <a:defRPr/>
            </a:lvl3pPr>
            <a:lvl4pPr indent="-342900" lvl="3" marL="1828800" algn="l">
              <a:lnSpc>
                <a:spcPct val="120000"/>
              </a:lnSpc>
              <a:spcBef>
                <a:spcPts val="1533"/>
              </a:spcBef>
              <a:spcAft>
                <a:spcPts val="0"/>
              </a:spcAft>
              <a:buSzPts val="1800"/>
              <a:buChar char="•"/>
              <a:defRPr/>
            </a:lvl4pPr>
            <a:lvl5pPr indent="-342900" lvl="4" marL="2286000" algn="l">
              <a:lnSpc>
                <a:spcPct val="120000"/>
              </a:lnSpc>
              <a:spcBef>
                <a:spcPts val="1533"/>
              </a:spcBef>
              <a:spcAft>
                <a:spcPts val="0"/>
              </a:spcAft>
              <a:buSzPts val="1800"/>
              <a:buChar char="•"/>
              <a:defRPr/>
            </a:lvl5pPr>
            <a:lvl6pPr indent="-342900" lvl="5" marL="2743200" algn="l">
              <a:lnSpc>
                <a:spcPct val="120000"/>
              </a:lnSpc>
              <a:spcBef>
                <a:spcPts val="1533"/>
              </a:spcBef>
              <a:spcAft>
                <a:spcPts val="0"/>
              </a:spcAft>
              <a:buSzPts val="1800"/>
              <a:buChar char="•"/>
              <a:defRPr/>
            </a:lvl6pPr>
            <a:lvl7pPr indent="-342900" lvl="6" marL="3200400" algn="l">
              <a:lnSpc>
                <a:spcPct val="120000"/>
              </a:lnSpc>
              <a:spcBef>
                <a:spcPts val="1533"/>
              </a:spcBef>
              <a:spcAft>
                <a:spcPts val="0"/>
              </a:spcAft>
              <a:buSzPts val="1800"/>
              <a:buChar char="•"/>
              <a:defRPr/>
            </a:lvl7pPr>
            <a:lvl8pPr indent="-342900" lvl="7" marL="3657600" algn="l">
              <a:lnSpc>
                <a:spcPct val="120000"/>
              </a:lnSpc>
              <a:spcBef>
                <a:spcPts val="1533"/>
              </a:spcBef>
              <a:spcAft>
                <a:spcPts val="0"/>
              </a:spcAft>
              <a:buSzPts val="1800"/>
              <a:buChar char="•"/>
              <a:defRPr/>
            </a:lvl8pPr>
            <a:lvl9pPr indent="-342900" lvl="8" marL="4114800" algn="l">
              <a:lnSpc>
                <a:spcPct val="120000"/>
              </a:lnSpc>
              <a:spcBef>
                <a:spcPts val="1533"/>
              </a:spcBef>
              <a:spcAft>
                <a:spcPts val="0"/>
              </a:spcAft>
              <a:buSzPts val="1800"/>
              <a:buChar char="•"/>
              <a:defRPr/>
            </a:lvl9pPr>
          </a:lstStyle>
          <a:p/>
        </p:txBody>
      </p:sp>
      <p:sp>
        <p:nvSpPr>
          <p:cNvPr id="58" name="Google Shape;58;p7"/>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pic>
        <p:nvPicPr>
          <p:cNvPr descr="Droplets-HD-Content-R1d.png" id="62" name="Google Shape;62;p8"/>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63" name="Google Shape;63;p8"/>
          <p:cNvSpPr txBox="1"/>
          <p:nvPr>
            <p:ph type="title"/>
          </p:nvPr>
        </p:nvSpPr>
        <p:spPr>
          <a:xfrm>
            <a:off x="3289592" y="1896787"/>
            <a:ext cx="37312024" cy="489494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8"/>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8"/>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pic>
        <p:nvPicPr>
          <p:cNvPr descr="Droplets-HD-Content-R1d.png" id="68" name="Google Shape;68;p9"/>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69" name="Google Shape;69;p9"/>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pic>
        <p:nvPicPr>
          <p:cNvPr descr="Droplets-HD-Content-R1d.png" id="73" name="Google Shape;73;p10"/>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74" name="Google Shape;74;p10"/>
          <p:cNvSpPr txBox="1"/>
          <p:nvPr>
            <p:ph type="title"/>
          </p:nvPr>
        </p:nvSpPr>
        <p:spPr>
          <a:xfrm>
            <a:off x="3289590" y="1869440"/>
            <a:ext cx="14168477" cy="6204639"/>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9813"/>
              <a:buFont typeface="Twentieth Century"/>
              <a:buNone/>
              <a:defRPr sz="981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0"/>
          <p:cNvSpPr txBox="1"/>
          <p:nvPr>
            <p:ph idx="1" type="body"/>
          </p:nvPr>
        </p:nvSpPr>
        <p:spPr>
          <a:xfrm>
            <a:off x="18281025" y="1869442"/>
            <a:ext cx="22320587" cy="1589023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067"/>
              </a:spcBef>
              <a:spcAft>
                <a:spcPts val="0"/>
              </a:spcAft>
              <a:buSzPts val="1800"/>
              <a:buChar char="•"/>
              <a:defRPr/>
            </a:lvl1pPr>
            <a:lvl2pPr indent="-342900" lvl="1" marL="914400" algn="l">
              <a:lnSpc>
                <a:spcPct val="120000"/>
              </a:lnSpc>
              <a:spcBef>
                <a:spcPts val="1533"/>
              </a:spcBef>
              <a:spcAft>
                <a:spcPts val="0"/>
              </a:spcAft>
              <a:buSzPts val="1800"/>
              <a:buChar char="•"/>
              <a:defRPr/>
            </a:lvl2pPr>
            <a:lvl3pPr indent="-342900" lvl="2" marL="1371600" algn="l">
              <a:lnSpc>
                <a:spcPct val="120000"/>
              </a:lnSpc>
              <a:spcBef>
                <a:spcPts val="1533"/>
              </a:spcBef>
              <a:spcAft>
                <a:spcPts val="0"/>
              </a:spcAft>
              <a:buSzPts val="1800"/>
              <a:buChar char="•"/>
              <a:defRPr/>
            </a:lvl3pPr>
            <a:lvl4pPr indent="-342900" lvl="3" marL="1828800" algn="l">
              <a:lnSpc>
                <a:spcPct val="120000"/>
              </a:lnSpc>
              <a:spcBef>
                <a:spcPts val="1533"/>
              </a:spcBef>
              <a:spcAft>
                <a:spcPts val="0"/>
              </a:spcAft>
              <a:buSzPts val="1800"/>
              <a:buChar char="•"/>
              <a:defRPr/>
            </a:lvl4pPr>
            <a:lvl5pPr indent="-342900" lvl="4" marL="2286000" algn="l">
              <a:lnSpc>
                <a:spcPct val="120000"/>
              </a:lnSpc>
              <a:spcBef>
                <a:spcPts val="1533"/>
              </a:spcBef>
              <a:spcAft>
                <a:spcPts val="0"/>
              </a:spcAft>
              <a:buSzPts val="1800"/>
              <a:buChar char="•"/>
              <a:defRPr/>
            </a:lvl5pPr>
            <a:lvl6pPr indent="-342900" lvl="5" marL="2743200" algn="l">
              <a:lnSpc>
                <a:spcPct val="120000"/>
              </a:lnSpc>
              <a:spcBef>
                <a:spcPts val="1533"/>
              </a:spcBef>
              <a:spcAft>
                <a:spcPts val="0"/>
              </a:spcAft>
              <a:buSzPts val="1800"/>
              <a:buChar char="•"/>
              <a:defRPr/>
            </a:lvl6pPr>
            <a:lvl7pPr indent="-342900" lvl="6" marL="3200400" algn="l">
              <a:lnSpc>
                <a:spcPct val="120000"/>
              </a:lnSpc>
              <a:spcBef>
                <a:spcPts val="1533"/>
              </a:spcBef>
              <a:spcAft>
                <a:spcPts val="0"/>
              </a:spcAft>
              <a:buSzPts val="1800"/>
              <a:buChar char="•"/>
              <a:defRPr/>
            </a:lvl7pPr>
            <a:lvl8pPr indent="-342900" lvl="7" marL="3657600" algn="l">
              <a:lnSpc>
                <a:spcPct val="120000"/>
              </a:lnSpc>
              <a:spcBef>
                <a:spcPts val="1533"/>
              </a:spcBef>
              <a:spcAft>
                <a:spcPts val="0"/>
              </a:spcAft>
              <a:buSzPts val="1800"/>
              <a:buChar char="•"/>
              <a:defRPr/>
            </a:lvl8pPr>
            <a:lvl9pPr indent="-342900" lvl="8" marL="4114800" algn="l">
              <a:lnSpc>
                <a:spcPct val="120000"/>
              </a:lnSpc>
              <a:spcBef>
                <a:spcPts val="1533"/>
              </a:spcBef>
              <a:spcAft>
                <a:spcPts val="0"/>
              </a:spcAft>
              <a:buSzPts val="1800"/>
              <a:buChar char="•"/>
              <a:defRPr/>
            </a:lvl9pPr>
          </a:lstStyle>
          <a:p/>
        </p:txBody>
      </p:sp>
      <p:sp>
        <p:nvSpPr>
          <p:cNvPr id="76" name="Google Shape;76;p10"/>
          <p:cNvSpPr txBox="1"/>
          <p:nvPr>
            <p:ph idx="2" type="body"/>
          </p:nvPr>
        </p:nvSpPr>
        <p:spPr>
          <a:xfrm>
            <a:off x="3289588" y="8074079"/>
            <a:ext cx="14168480" cy="9685601"/>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067"/>
              </a:spcBef>
              <a:spcAft>
                <a:spcPts val="0"/>
              </a:spcAft>
              <a:buSzPts val="4907"/>
              <a:buNone/>
              <a:defRPr sz="4907"/>
            </a:lvl1pPr>
            <a:lvl2pPr indent="-228600" lvl="1" marL="914400" algn="l">
              <a:lnSpc>
                <a:spcPct val="120000"/>
              </a:lnSpc>
              <a:spcBef>
                <a:spcPts val="1533"/>
              </a:spcBef>
              <a:spcAft>
                <a:spcPts val="0"/>
              </a:spcAft>
              <a:buSzPts val="4293"/>
              <a:buNone/>
              <a:defRPr sz="4293"/>
            </a:lvl2pPr>
            <a:lvl3pPr indent="-228600" lvl="2" marL="1371600" algn="l">
              <a:lnSpc>
                <a:spcPct val="120000"/>
              </a:lnSpc>
              <a:spcBef>
                <a:spcPts val="1533"/>
              </a:spcBef>
              <a:spcAft>
                <a:spcPts val="0"/>
              </a:spcAft>
              <a:buSzPts val="3680"/>
              <a:buNone/>
              <a:defRPr sz="3680"/>
            </a:lvl3pPr>
            <a:lvl4pPr indent="-228600" lvl="3" marL="1828800" algn="l">
              <a:lnSpc>
                <a:spcPct val="120000"/>
              </a:lnSpc>
              <a:spcBef>
                <a:spcPts val="1533"/>
              </a:spcBef>
              <a:spcAft>
                <a:spcPts val="0"/>
              </a:spcAft>
              <a:buSzPts val="3067"/>
              <a:buNone/>
              <a:defRPr sz="3067"/>
            </a:lvl4pPr>
            <a:lvl5pPr indent="-228600" lvl="4" marL="2286000" algn="l">
              <a:lnSpc>
                <a:spcPct val="120000"/>
              </a:lnSpc>
              <a:spcBef>
                <a:spcPts val="1533"/>
              </a:spcBef>
              <a:spcAft>
                <a:spcPts val="0"/>
              </a:spcAft>
              <a:buSzPts val="3067"/>
              <a:buNone/>
              <a:defRPr sz="3067"/>
            </a:lvl5pPr>
            <a:lvl6pPr indent="-228600" lvl="5" marL="2743200" algn="l">
              <a:lnSpc>
                <a:spcPct val="120000"/>
              </a:lnSpc>
              <a:spcBef>
                <a:spcPts val="1533"/>
              </a:spcBef>
              <a:spcAft>
                <a:spcPts val="0"/>
              </a:spcAft>
              <a:buSzPts val="3067"/>
              <a:buNone/>
              <a:defRPr sz="3067"/>
            </a:lvl6pPr>
            <a:lvl7pPr indent="-228600" lvl="6" marL="3200400" algn="l">
              <a:lnSpc>
                <a:spcPct val="120000"/>
              </a:lnSpc>
              <a:spcBef>
                <a:spcPts val="1533"/>
              </a:spcBef>
              <a:spcAft>
                <a:spcPts val="0"/>
              </a:spcAft>
              <a:buSzPts val="3067"/>
              <a:buNone/>
              <a:defRPr sz="3067"/>
            </a:lvl7pPr>
            <a:lvl8pPr indent="-228600" lvl="7" marL="3657600" algn="l">
              <a:lnSpc>
                <a:spcPct val="120000"/>
              </a:lnSpc>
              <a:spcBef>
                <a:spcPts val="1533"/>
              </a:spcBef>
              <a:spcAft>
                <a:spcPts val="0"/>
              </a:spcAft>
              <a:buSzPts val="3067"/>
              <a:buNone/>
              <a:defRPr sz="3067"/>
            </a:lvl8pPr>
            <a:lvl9pPr indent="-228600" lvl="8" marL="4114800" algn="l">
              <a:lnSpc>
                <a:spcPct val="120000"/>
              </a:lnSpc>
              <a:spcBef>
                <a:spcPts val="1533"/>
              </a:spcBef>
              <a:spcAft>
                <a:spcPts val="0"/>
              </a:spcAft>
              <a:buSzPts val="3067"/>
              <a:buNone/>
              <a:defRPr sz="3067"/>
            </a:lvl9pPr>
          </a:lstStyle>
          <a:p/>
        </p:txBody>
      </p:sp>
      <p:sp>
        <p:nvSpPr>
          <p:cNvPr id="77" name="Google Shape;77;p10"/>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0" name="Shape 80"/>
        <p:cNvGrpSpPr/>
        <p:nvPr/>
      </p:nvGrpSpPr>
      <p:grpSpPr>
        <a:xfrm>
          <a:off x="0" y="0"/>
          <a:ext cx="0" cy="0"/>
          <a:chOff x="0" y="0"/>
          <a:chExt cx="0" cy="0"/>
        </a:xfrm>
      </p:grpSpPr>
      <p:pic>
        <p:nvPicPr>
          <p:cNvPr descr="Droplets-HD-Content-R1d.png" id="81" name="Google Shape;81;p11"/>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82" name="Google Shape;82;p11"/>
          <p:cNvSpPr txBox="1"/>
          <p:nvPr>
            <p:ph type="title"/>
          </p:nvPr>
        </p:nvSpPr>
        <p:spPr>
          <a:xfrm>
            <a:off x="3289588" y="1869440"/>
            <a:ext cx="21365888" cy="620464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9813"/>
              <a:buFont typeface="Twentieth Century"/>
              <a:buNone/>
              <a:defRPr sz="981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1"/>
          <p:cNvSpPr/>
          <p:nvPr>
            <p:ph idx="2" type="pic"/>
          </p:nvPr>
        </p:nvSpPr>
        <p:spPr>
          <a:xfrm>
            <a:off x="26729291" y="1869443"/>
            <a:ext cx="11719289" cy="15890240"/>
          </a:xfrm>
          <a:prstGeom prst="roundRect">
            <a:avLst>
              <a:gd fmla="val 4943" name="adj"/>
            </a:avLst>
          </a:prstGeom>
          <a:noFill/>
          <a:ln cap="sq" cmpd="sng" w="82550">
            <a:solidFill>
              <a:srgbClr val="EAEAEA"/>
            </a:solidFill>
            <a:prstDash val="solid"/>
            <a:miter lim="800000"/>
            <a:headEnd len="sm" w="sm" type="none"/>
            <a:tailEnd len="sm" w="sm" type="none"/>
          </a:ln>
        </p:spPr>
      </p:sp>
      <p:sp>
        <p:nvSpPr>
          <p:cNvPr id="84" name="Google Shape;84;p11"/>
          <p:cNvSpPr txBox="1"/>
          <p:nvPr>
            <p:ph idx="1" type="body"/>
          </p:nvPr>
        </p:nvSpPr>
        <p:spPr>
          <a:xfrm>
            <a:off x="3289660" y="8074081"/>
            <a:ext cx="21365816" cy="9685597"/>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067"/>
              </a:spcBef>
              <a:spcAft>
                <a:spcPts val="0"/>
              </a:spcAft>
              <a:buSzPts val="4907"/>
              <a:buNone/>
              <a:defRPr sz="4907"/>
            </a:lvl1pPr>
            <a:lvl2pPr indent="-228600" lvl="1" marL="914400" algn="l">
              <a:lnSpc>
                <a:spcPct val="120000"/>
              </a:lnSpc>
              <a:spcBef>
                <a:spcPts val="1533"/>
              </a:spcBef>
              <a:spcAft>
                <a:spcPts val="0"/>
              </a:spcAft>
              <a:buSzPts val="4293"/>
              <a:buNone/>
              <a:defRPr sz="4293"/>
            </a:lvl2pPr>
            <a:lvl3pPr indent="-228600" lvl="2" marL="1371600" algn="l">
              <a:lnSpc>
                <a:spcPct val="120000"/>
              </a:lnSpc>
              <a:spcBef>
                <a:spcPts val="1533"/>
              </a:spcBef>
              <a:spcAft>
                <a:spcPts val="0"/>
              </a:spcAft>
              <a:buSzPts val="3680"/>
              <a:buNone/>
              <a:defRPr sz="3680"/>
            </a:lvl3pPr>
            <a:lvl4pPr indent="-228600" lvl="3" marL="1828800" algn="l">
              <a:lnSpc>
                <a:spcPct val="120000"/>
              </a:lnSpc>
              <a:spcBef>
                <a:spcPts val="1533"/>
              </a:spcBef>
              <a:spcAft>
                <a:spcPts val="0"/>
              </a:spcAft>
              <a:buSzPts val="3067"/>
              <a:buNone/>
              <a:defRPr sz="3067"/>
            </a:lvl4pPr>
            <a:lvl5pPr indent="-228600" lvl="4" marL="2286000" algn="l">
              <a:lnSpc>
                <a:spcPct val="120000"/>
              </a:lnSpc>
              <a:spcBef>
                <a:spcPts val="1533"/>
              </a:spcBef>
              <a:spcAft>
                <a:spcPts val="0"/>
              </a:spcAft>
              <a:buSzPts val="3067"/>
              <a:buNone/>
              <a:defRPr sz="3067"/>
            </a:lvl5pPr>
            <a:lvl6pPr indent="-228600" lvl="5" marL="2743200" algn="l">
              <a:lnSpc>
                <a:spcPct val="120000"/>
              </a:lnSpc>
              <a:spcBef>
                <a:spcPts val="1533"/>
              </a:spcBef>
              <a:spcAft>
                <a:spcPts val="0"/>
              </a:spcAft>
              <a:buSzPts val="3067"/>
              <a:buNone/>
              <a:defRPr sz="3067"/>
            </a:lvl6pPr>
            <a:lvl7pPr indent="-228600" lvl="6" marL="3200400" algn="l">
              <a:lnSpc>
                <a:spcPct val="120000"/>
              </a:lnSpc>
              <a:spcBef>
                <a:spcPts val="1533"/>
              </a:spcBef>
              <a:spcAft>
                <a:spcPts val="0"/>
              </a:spcAft>
              <a:buSzPts val="3067"/>
              <a:buNone/>
              <a:defRPr sz="3067"/>
            </a:lvl7pPr>
            <a:lvl8pPr indent="-228600" lvl="7" marL="3657600" algn="l">
              <a:lnSpc>
                <a:spcPct val="120000"/>
              </a:lnSpc>
              <a:spcBef>
                <a:spcPts val="1533"/>
              </a:spcBef>
              <a:spcAft>
                <a:spcPts val="0"/>
              </a:spcAft>
              <a:buSzPts val="3067"/>
              <a:buNone/>
              <a:defRPr sz="3067"/>
            </a:lvl8pPr>
            <a:lvl9pPr indent="-228600" lvl="8" marL="4114800" algn="l">
              <a:lnSpc>
                <a:spcPct val="120000"/>
              </a:lnSpc>
              <a:spcBef>
                <a:spcPts val="1533"/>
              </a:spcBef>
              <a:spcAft>
                <a:spcPts val="0"/>
              </a:spcAft>
              <a:buSzPts val="3067"/>
              <a:buNone/>
              <a:defRPr sz="3067"/>
            </a:lvl9pPr>
          </a:lstStyle>
          <a:p/>
        </p:txBody>
      </p:sp>
      <p:sp>
        <p:nvSpPr>
          <p:cNvPr id="85" name="Google Shape;85;p11"/>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1"/>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8" name="Shape 88"/>
        <p:cNvGrpSpPr/>
        <p:nvPr/>
      </p:nvGrpSpPr>
      <p:grpSpPr>
        <a:xfrm>
          <a:off x="0" y="0"/>
          <a:ext cx="0" cy="0"/>
          <a:chOff x="0" y="0"/>
          <a:chExt cx="0" cy="0"/>
        </a:xfrm>
      </p:grpSpPr>
      <p:pic>
        <p:nvPicPr>
          <p:cNvPr descr="Droplets-HD-Content-R1d.png" id="89" name="Google Shape;89;p12"/>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90" name="Google Shape;90;p12"/>
          <p:cNvSpPr txBox="1"/>
          <p:nvPr>
            <p:ph type="title"/>
          </p:nvPr>
        </p:nvSpPr>
        <p:spPr>
          <a:xfrm>
            <a:off x="3289659" y="13154080"/>
            <a:ext cx="37311955" cy="248893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9813"/>
              <a:buFont typeface="Twentieth Century"/>
              <a:buNone/>
              <a:defRPr sz="981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2"/>
          <p:cNvSpPr/>
          <p:nvPr>
            <p:ph idx="2" type="pic"/>
          </p:nvPr>
        </p:nvSpPr>
        <p:spPr>
          <a:xfrm>
            <a:off x="4265079" y="2141334"/>
            <a:ext cx="35361115" cy="9856684"/>
          </a:xfrm>
          <a:prstGeom prst="roundRect">
            <a:avLst>
              <a:gd fmla="val 4944" name="adj"/>
            </a:avLst>
          </a:prstGeom>
          <a:noFill/>
          <a:ln cap="sq" cmpd="sng" w="82550">
            <a:solidFill>
              <a:srgbClr val="EAEAEA"/>
            </a:solidFill>
            <a:prstDash val="solid"/>
            <a:miter lim="800000"/>
            <a:headEnd len="sm" w="sm" type="none"/>
            <a:tailEnd len="sm" w="sm" type="none"/>
          </a:ln>
        </p:spPr>
      </p:sp>
      <p:sp>
        <p:nvSpPr>
          <p:cNvPr id="92" name="Google Shape;92;p12"/>
          <p:cNvSpPr txBox="1"/>
          <p:nvPr>
            <p:ph idx="1" type="body"/>
          </p:nvPr>
        </p:nvSpPr>
        <p:spPr>
          <a:xfrm>
            <a:off x="3289587" y="15666766"/>
            <a:ext cx="37312027" cy="2092914"/>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067"/>
              </a:spcBef>
              <a:spcAft>
                <a:spcPts val="0"/>
              </a:spcAft>
              <a:buSzPts val="4907"/>
              <a:buNone/>
              <a:defRPr sz="4907"/>
            </a:lvl1pPr>
            <a:lvl2pPr indent="-228600" lvl="1" marL="914400" algn="l">
              <a:lnSpc>
                <a:spcPct val="120000"/>
              </a:lnSpc>
              <a:spcBef>
                <a:spcPts val="1533"/>
              </a:spcBef>
              <a:spcAft>
                <a:spcPts val="0"/>
              </a:spcAft>
              <a:buSzPts val="4293"/>
              <a:buNone/>
              <a:defRPr sz="4293"/>
            </a:lvl2pPr>
            <a:lvl3pPr indent="-228600" lvl="2" marL="1371600" algn="l">
              <a:lnSpc>
                <a:spcPct val="120000"/>
              </a:lnSpc>
              <a:spcBef>
                <a:spcPts val="1533"/>
              </a:spcBef>
              <a:spcAft>
                <a:spcPts val="0"/>
              </a:spcAft>
              <a:buSzPts val="3680"/>
              <a:buNone/>
              <a:defRPr sz="3680"/>
            </a:lvl3pPr>
            <a:lvl4pPr indent="-228600" lvl="3" marL="1828800" algn="l">
              <a:lnSpc>
                <a:spcPct val="120000"/>
              </a:lnSpc>
              <a:spcBef>
                <a:spcPts val="1533"/>
              </a:spcBef>
              <a:spcAft>
                <a:spcPts val="0"/>
              </a:spcAft>
              <a:buSzPts val="3067"/>
              <a:buNone/>
              <a:defRPr sz="3067"/>
            </a:lvl4pPr>
            <a:lvl5pPr indent="-228600" lvl="4" marL="2286000" algn="l">
              <a:lnSpc>
                <a:spcPct val="120000"/>
              </a:lnSpc>
              <a:spcBef>
                <a:spcPts val="1533"/>
              </a:spcBef>
              <a:spcAft>
                <a:spcPts val="0"/>
              </a:spcAft>
              <a:buSzPts val="3067"/>
              <a:buNone/>
              <a:defRPr sz="3067"/>
            </a:lvl5pPr>
            <a:lvl6pPr indent="-228600" lvl="5" marL="2743200" algn="l">
              <a:lnSpc>
                <a:spcPct val="120000"/>
              </a:lnSpc>
              <a:spcBef>
                <a:spcPts val="1533"/>
              </a:spcBef>
              <a:spcAft>
                <a:spcPts val="0"/>
              </a:spcAft>
              <a:buSzPts val="3067"/>
              <a:buNone/>
              <a:defRPr sz="3067"/>
            </a:lvl6pPr>
            <a:lvl7pPr indent="-228600" lvl="6" marL="3200400" algn="l">
              <a:lnSpc>
                <a:spcPct val="120000"/>
              </a:lnSpc>
              <a:spcBef>
                <a:spcPts val="1533"/>
              </a:spcBef>
              <a:spcAft>
                <a:spcPts val="0"/>
              </a:spcAft>
              <a:buSzPts val="3067"/>
              <a:buNone/>
              <a:defRPr sz="3067"/>
            </a:lvl7pPr>
            <a:lvl8pPr indent="-228600" lvl="7" marL="3657600" algn="l">
              <a:lnSpc>
                <a:spcPct val="120000"/>
              </a:lnSpc>
              <a:spcBef>
                <a:spcPts val="1533"/>
              </a:spcBef>
              <a:spcAft>
                <a:spcPts val="0"/>
              </a:spcAft>
              <a:buSzPts val="3067"/>
              <a:buNone/>
              <a:defRPr sz="3067"/>
            </a:lvl8pPr>
            <a:lvl9pPr indent="-228600" lvl="8" marL="4114800" algn="l">
              <a:lnSpc>
                <a:spcPct val="120000"/>
              </a:lnSpc>
              <a:spcBef>
                <a:spcPts val="1533"/>
              </a:spcBef>
              <a:spcAft>
                <a:spcPts val="0"/>
              </a:spcAft>
              <a:buSzPts val="3067"/>
              <a:buNone/>
              <a:defRPr sz="3067"/>
            </a:lvl9pPr>
          </a:lstStyle>
          <a:p/>
        </p:txBody>
      </p:sp>
      <p:sp>
        <p:nvSpPr>
          <p:cNvPr id="93" name="Google Shape;93;p12"/>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2"/>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2"/>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6" name="Shape 96"/>
        <p:cNvGrpSpPr/>
        <p:nvPr/>
      </p:nvGrpSpPr>
      <p:grpSpPr>
        <a:xfrm>
          <a:off x="0" y="0"/>
          <a:ext cx="0" cy="0"/>
          <a:chOff x="0" y="0"/>
          <a:chExt cx="0" cy="0"/>
        </a:xfrm>
      </p:grpSpPr>
      <p:pic>
        <p:nvPicPr>
          <p:cNvPr descr="Droplets-HD-Content-R1d.png" id="97" name="Google Shape;97;p13"/>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98" name="Google Shape;98;p13"/>
          <p:cNvSpPr txBox="1"/>
          <p:nvPr>
            <p:ph type="title"/>
          </p:nvPr>
        </p:nvSpPr>
        <p:spPr>
          <a:xfrm>
            <a:off x="3289587" y="1869438"/>
            <a:ext cx="37312027" cy="10510218"/>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9813"/>
              <a:buFont typeface="Twentieth Century"/>
              <a:buNone/>
              <a:defRPr sz="981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3"/>
          <p:cNvSpPr txBox="1"/>
          <p:nvPr>
            <p:ph idx="1" type="body"/>
          </p:nvPr>
        </p:nvSpPr>
        <p:spPr>
          <a:xfrm>
            <a:off x="3289590" y="12894784"/>
            <a:ext cx="37312027" cy="4864899"/>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3067"/>
              </a:spcBef>
              <a:spcAft>
                <a:spcPts val="0"/>
              </a:spcAft>
              <a:buSzPts val="4907"/>
              <a:buNone/>
              <a:defRPr sz="4907"/>
            </a:lvl1pPr>
            <a:lvl2pPr indent="-228600" lvl="1" marL="914400" algn="l">
              <a:lnSpc>
                <a:spcPct val="120000"/>
              </a:lnSpc>
              <a:spcBef>
                <a:spcPts val="1533"/>
              </a:spcBef>
              <a:spcAft>
                <a:spcPts val="0"/>
              </a:spcAft>
              <a:buSzPts val="4293"/>
              <a:buNone/>
              <a:defRPr sz="4293"/>
            </a:lvl2pPr>
            <a:lvl3pPr indent="-228600" lvl="2" marL="1371600" algn="l">
              <a:lnSpc>
                <a:spcPct val="120000"/>
              </a:lnSpc>
              <a:spcBef>
                <a:spcPts val="1533"/>
              </a:spcBef>
              <a:spcAft>
                <a:spcPts val="0"/>
              </a:spcAft>
              <a:buSzPts val="3680"/>
              <a:buNone/>
              <a:defRPr sz="3680"/>
            </a:lvl3pPr>
            <a:lvl4pPr indent="-228600" lvl="3" marL="1828800" algn="l">
              <a:lnSpc>
                <a:spcPct val="120000"/>
              </a:lnSpc>
              <a:spcBef>
                <a:spcPts val="1533"/>
              </a:spcBef>
              <a:spcAft>
                <a:spcPts val="0"/>
              </a:spcAft>
              <a:buSzPts val="3067"/>
              <a:buNone/>
              <a:defRPr sz="3067"/>
            </a:lvl4pPr>
            <a:lvl5pPr indent="-228600" lvl="4" marL="2286000" algn="l">
              <a:lnSpc>
                <a:spcPct val="120000"/>
              </a:lnSpc>
              <a:spcBef>
                <a:spcPts val="1533"/>
              </a:spcBef>
              <a:spcAft>
                <a:spcPts val="0"/>
              </a:spcAft>
              <a:buSzPts val="3067"/>
              <a:buNone/>
              <a:defRPr sz="3067"/>
            </a:lvl5pPr>
            <a:lvl6pPr indent="-228600" lvl="5" marL="2743200" algn="l">
              <a:lnSpc>
                <a:spcPct val="120000"/>
              </a:lnSpc>
              <a:spcBef>
                <a:spcPts val="1533"/>
              </a:spcBef>
              <a:spcAft>
                <a:spcPts val="0"/>
              </a:spcAft>
              <a:buSzPts val="3067"/>
              <a:buNone/>
              <a:defRPr sz="3067"/>
            </a:lvl6pPr>
            <a:lvl7pPr indent="-228600" lvl="6" marL="3200400" algn="l">
              <a:lnSpc>
                <a:spcPct val="120000"/>
              </a:lnSpc>
              <a:spcBef>
                <a:spcPts val="1533"/>
              </a:spcBef>
              <a:spcAft>
                <a:spcPts val="0"/>
              </a:spcAft>
              <a:buSzPts val="3067"/>
              <a:buNone/>
              <a:defRPr sz="3067"/>
            </a:lvl7pPr>
            <a:lvl8pPr indent="-228600" lvl="7" marL="3657600" algn="l">
              <a:lnSpc>
                <a:spcPct val="120000"/>
              </a:lnSpc>
              <a:spcBef>
                <a:spcPts val="1533"/>
              </a:spcBef>
              <a:spcAft>
                <a:spcPts val="0"/>
              </a:spcAft>
              <a:buSzPts val="3067"/>
              <a:buNone/>
              <a:defRPr sz="3067"/>
            </a:lvl8pPr>
            <a:lvl9pPr indent="-228600" lvl="8" marL="4114800" algn="l">
              <a:lnSpc>
                <a:spcPct val="120000"/>
              </a:lnSpc>
              <a:spcBef>
                <a:spcPts val="1533"/>
              </a:spcBef>
              <a:spcAft>
                <a:spcPts val="0"/>
              </a:spcAft>
              <a:buSzPts val="3067"/>
              <a:buNone/>
              <a:defRPr sz="3067"/>
            </a:lvl9pPr>
          </a:lstStyle>
          <a:p/>
        </p:txBody>
      </p:sp>
      <p:sp>
        <p:nvSpPr>
          <p:cNvPr id="100" name="Google Shape;100;p13"/>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3"/>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3"/>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3" name="Shape 103"/>
        <p:cNvGrpSpPr/>
        <p:nvPr/>
      </p:nvGrpSpPr>
      <p:grpSpPr>
        <a:xfrm>
          <a:off x="0" y="0"/>
          <a:ext cx="0" cy="0"/>
          <a:chOff x="0" y="0"/>
          <a:chExt cx="0" cy="0"/>
        </a:xfrm>
      </p:grpSpPr>
      <p:pic>
        <p:nvPicPr>
          <p:cNvPr descr="Droplets-HD-Content-R1d.png" id="104" name="Google Shape;104;p14"/>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105" name="Google Shape;105;p14"/>
          <p:cNvSpPr txBox="1"/>
          <p:nvPr>
            <p:ph type="title"/>
          </p:nvPr>
        </p:nvSpPr>
        <p:spPr>
          <a:xfrm>
            <a:off x="5206363" y="1869440"/>
            <a:ext cx="33489907" cy="917823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9813"/>
              <a:buFont typeface="Twentieth Century"/>
              <a:buNone/>
              <a:defRPr sz="981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4"/>
          <p:cNvSpPr txBox="1"/>
          <p:nvPr>
            <p:ph idx="1" type="body"/>
          </p:nvPr>
        </p:nvSpPr>
        <p:spPr>
          <a:xfrm>
            <a:off x="6194320" y="11070765"/>
            <a:ext cx="31508276" cy="1824017"/>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3067"/>
              </a:spcBef>
              <a:spcAft>
                <a:spcPts val="0"/>
              </a:spcAft>
              <a:buSzPts val="4293"/>
              <a:buNone/>
              <a:defRPr sz="4293"/>
            </a:lvl1pPr>
            <a:lvl2pPr indent="-228600" lvl="1" marL="914400" algn="l">
              <a:lnSpc>
                <a:spcPct val="120000"/>
              </a:lnSpc>
              <a:spcBef>
                <a:spcPts val="1533"/>
              </a:spcBef>
              <a:spcAft>
                <a:spcPts val="0"/>
              </a:spcAft>
              <a:buSzPts val="4293"/>
              <a:buNone/>
              <a:defRPr sz="4293"/>
            </a:lvl2pPr>
            <a:lvl3pPr indent="-228600" lvl="2" marL="1371600" algn="l">
              <a:lnSpc>
                <a:spcPct val="120000"/>
              </a:lnSpc>
              <a:spcBef>
                <a:spcPts val="1533"/>
              </a:spcBef>
              <a:spcAft>
                <a:spcPts val="0"/>
              </a:spcAft>
              <a:buSzPts val="3680"/>
              <a:buNone/>
              <a:defRPr sz="3680"/>
            </a:lvl3pPr>
            <a:lvl4pPr indent="-228600" lvl="3" marL="1828800" algn="l">
              <a:lnSpc>
                <a:spcPct val="120000"/>
              </a:lnSpc>
              <a:spcBef>
                <a:spcPts val="1533"/>
              </a:spcBef>
              <a:spcAft>
                <a:spcPts val="0"/>
              </a:spcAft>
              <a:buSzPts val="3067"/>
              <a:buNone/>
              <a:defRPr sz="3067"/>
            </a:lvl4pPr>
            <a:lvl5pPr indent="-228600" lvl="4" marL="2286000" algn="l">
              <a:lnSpc>
                <a:spcPct val="120000"/>
              </a:lnSpc>
              <a:spcBef>
                <a:spcPts val="1533"/>
              </a:spcBef>
              <a:spcAft>
                <a:spcPts val="0"/>
              </a:spcAft>
              <a:buSzPts val="3067"/>
              <a:buNone/>
              <a:defRPr sz="3067"/>
            </a:lvl5pPr>
            <a:lvl6pPr indent="-228600" lvl="5" marL="2743200" algn="l">
              <a:lnSpc>
                <a:spcPct val="120000"/>
              </a:lnSpc>
              <a:spcBef>
                <a:spcPts val="1533"/>
              </a:spcBef>
              <a:spcAft>
                <a:spcPts val="0"/>
              </a:spcAft>
              <a:buSzPts val="3067"/>
              <a:buNone/>
              <a:defRPr sz="3067"/>
            </a:lvl6pPr>
            <a:lvl7pPr indent="-228600" lvl="6" marL="3200400" algn="l">
              <a:lnSpc>
                <a:spcPct val="120000"/>
              </a:lnSpc>
              <a:spcBef>
                <a:spcPts val="1533"/>
              </a:spcBef>
              <a:spcAft>
                <a:spcPts val="0"/>
              </a:spcAft>
              <a:buSzPts val="3067"/>
              <a:buNone/>
              <a:defRPr sz="3067"/>
            </a:lvl7pPr>
            <a:lvl8pPr indent="-228600" lvl="7" marL="3657600" algn="l">
              <a:lnSpc>
                <a:spcPct val="120000"/>
              </a:lnSpc>
              <a:spcBef>
                <a:spcPts val="1533"/>
              </a:spcBef>
              <a:spcAft>
                <a:spcPts val="0"/>
              </a:spcAft>
              <a:buSzPts val="3067"/>
              <a:buNone/>
              <a:defRPr sz="3067"/>
            </a:lvl8pPr>
            <a:lvl9pPr indent="-228600" lvl="8" marL="4114800" algn="l">
              <a:lnSpc>
                <a:spcPct val="120000"/>
              </a:lnSpc>
              <a:spcBef>
                <a:spcPts val="1533"/>
              </a:spcBef>
              <a:spcAft>
                <a:spcPts val="0"/>
              </a:spcAft>
              <a:buSzPts val="3067"/>
              <a:buNone/>
              <a:defRPr sz="3067"/>
            </a:lvl9pPr>
          </a:lstStyle>
          <a:p/>
        </p:txBody>
      </p:sp>
      <p:sp>
        <p:nvSpPr>
          <p:cNvPr id="107" name="Google Shape;107;p14"/>
          <p:cNvSpPr txBox="1"/>
          <p:nvPr>
            <p:ph idx="2" type="body"/>
          </p:nvPr>
        </p:nvSpPr>
        <p:spPr>
          <a:xfrm>
            <a:off x="3289587" y="13409909"/>
            <a:ext cx="37312027" cy="4357896"/>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3067"/>
              </a:spcBef>
              <a:spcAft>
                <a:spcPts val="0"/>
              </a:spcAft>
              <a:buSzPts val="4907"/>
              <a:buNone/>
              <a:defRPr sz="4907"/>
            </a:lvl1pPr>
            <a:lvl2pPr indent="-228600" lvl="1" marL="914400" algn="l">
              <a:lnSpc>
                <a:spcPct val="120000"/>
              </a:lnSpc>
              <a:spcBef>
                <a:spcPts val="1533"/>
              </a:spcBef>
              <a:spcAft>
                <a:spcPts val="0"/>
              </a:spcAft>
              <a:buSzPts val="4293"/>
              <a:buNone/>
              <a:defRPr sz="4293"/>
            </a:lvl2pPr>
            <a:lvl3pPr indent="-228600" lvl="2" marL="1371600" algn="l">
              <a:lnSpc>
                <a:spcPct val="120000"/>
              </a:lnSpc>
              <a:spcBef>
                <a:spcPts val="1533"/>
              </a:spcBef>
              <a:spcAft>
                <a:spcPts val="0"/>
              </a:spcAft>
              <a:buSzPts val="3680"/>
              <a:buNone/>
              <a:defRPr sz="3680"/>
            </a:lvl3pPr>
            <a:lvl4pPr indent="-228600" lvl="3" marL="1828800" algn="l">
              <a:lnSpc>
                <a:spcPct val="120000"/>
              </a:lnSpc>
              <a:spcBef>
                <a:spcPts val="1533"/>
              </a:spcBef>
              <a:spcAft>
                <a:spcPts val="0"/>
              </a:spcAft>
              <a:buSzPts val="3067"/>
              <a:buNone/>
              <a:defRPr sz="3067"/>
            </a:lvl4pPr>
            <a:lvl5pPr indent="-228600" lvl="4" marL="2286000" algn="l">
              <a:lnSpc>
                <a:spcPct val="120000"/>
              </a:lnSpc>
              <a:spcBef>
                <a:spcPts val="1533"/>
              </a:spcBef>
              <a:spcAft>
                <a:spcPts val="0"/>
              </a:spcAft>
              <a:buSzPts val="3067"/>
              <a:buNone/>
              <a:defRPr sz="3067"/>
            </a:lvl5pPr>
            <a:lvl6pPr indent="-228600" lvl="5" marL="2743200" algn="l">
              <a:lnSpc>
                <a:spcPct val="120000"/>
              </a:lnSpc>
              <a:spcBef>
                <a:spcPts val="1533"/>
              </a:spcBef>
              <a:spcAft>
                <a:spcPts val="0"/>
              </a:spcAft>
              <a:buSzPts val="3067"/>
              <a:buNone/>
              <a:defRPr sz="3067"/>
            </a:lvl6pPr>
            <a:lvl7pPr indent="-228600" lvl="6" marL="3200400" algn="l">
              <a:lnSpc>
                <a:spcPct val="120000"/>
              </a:lnSpc>
              <a:spcBef>
                <a:spcPts val="1533"/>
              </a:spcBef>
              <a:spcAft>
                <a:spcPts val="0"/>
              </a:spcAft>
              <a:buSzPts val="3067"/>
              <a:buNone/>
              <a:defRPr sz="3067"/>
            </a:lvl7pPr>
            <a:lvl8pPr indent="-228600" lvl="7" marL="3657600" algn="l">
              <a:lnSpc>
                <a:spcPct val="120000"/>
              </a:lnSpc>
              <a:spcBef>
                <a:spcPts val="1533"/>
              </a:spcBef>
              <a:spcAft>
                <a:spcPts val="0"/>
              </a:spcAft>
              <a:buSzPts val="3067"/>
              <a:buNone/>
              <a:defRPr sz="3067"/>
            </a:lvl8pPr>
            <a:lvl9pPr indent="-228600" lvl="8" marL="4114800" algn="l">
              <a:lnSpc>
                <a:spcPct val="120000"/>
              </a:lnSpc>
              <a:spcBef>
                <a:spcPts val="1533"/>
              </a:spcBef>
              <a:spcAft>
                <a:spcPts val="0"/>
              </a:spcAft>
              <a:buSzPts val="3067"/>
              <a:buNone/>
              <a:defRPr sz="3067"/>
            </a:lvl9pPr>
          </a:lstStyle>
          <a:p/>
        </p:txBody>
      </p:sp>
      <p:sp>
        <p:nvSpPr>
          <p:cNvPr id="108" name="Google Shape;108;p14"/>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4"/>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4"/>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1" name="Google Shape;111;p14"/>
          <p:cNvSpPr txBox="1"/>
          <p:nvPr/>
        </p:nvSpPr>
        <p:spPr>
          <a:xfrm>
            <a:off x="3605357" y="2312776"/>
            <a:ext cx="2194560" cy="1793313"/>
          </a:xfrm>
          <a:prstGeom prst="rect">
            <a:avLst/>
          </a:prstGeom>
          <a:noFill/>
          <a:ln>
            <a:noFill/>
          </a:ln>
        </p:spPr>
        <p:txBody>
          <a:bodyPr anchorCtr="0" anchor="ctr" bIns="140200" lIns="280400" spcFirstLastPara="1" rIns="280400" wrap="square" tIns="140200">
            <a:noAutofit/>
          </a:bodyPr>
          <a:lstStyle/>
          <a:p>
            <a:pPr indent="0" lvl="0" marL="0" marR="0" rtl="0" algn="l">
              <a:spcBef>
                <a:spcPts val="0"/>
              </a:spcBef>
              <a:spcAft>
                <a:spcPts val="0"/>
              </a:spcAft>
              <a:buClr>
                <a:schemeClr val="dk1"/>
              </a:buClr>
              <a:buSzPts val="24534"/>
              <a:buFont typeface="Twentieth Century"/>
              <a:buNone/>
            </a:pPr>
            <a:r>
              <a:rPr b="0" lang="en-US" sz="24534" cap="none">
                <a:solidFill>
                  <a:schemeClr val="dk1"/>
                </a:solidFill>
                <a:latin typeface="Twentieth Century"/>
                <a:ea typeface="Twentieth Century"/>
                <a:cs typeface="Twentieth Century"/>
                <a:sym typeface="Twentieth Century"/>
              </a:rPr>
              <a:t>“</a:t>
            </a:r>
            <a:endParaRPr/>
          </a:p>
        </p:txBody>
      </p:sp>
      <p:sp>
        <p:nvSpPr>
          <p:cNvPr id="112" name="Google Shape;112;p14"/>
          <p:cNvSpPr txBox="1"/>
          <p:nvPr/>
        </p:nvSpPr>
        <p:spPr>
          <a:xfrm>
            <a:off x="38007209" y="9180306"/>
            <a:ext cx="2194560" cy="1793313"/>
          </a:xfrm>
          <a:prstGeom prst="rect">
            <a:avLst/>
          </a:prstGeom>
          <a:noFill/>
          <a:ln>
            <a:noFill/>
          </a:ln>
        </p:spPr>
        <p:txBody>
          <a:bodyPr anchorCtr="0" anchor="ctr" bIns="140200" lIns="280400" spcFirstLastPara="1" rIns="280400" wrap="square" tIns="140200">
            <a:noAutofit/>
          </a:bodyPr>
          <a:lstStyle/>
          <a:p>
            <a:pPr indent="0" lvl="0" marL="0" marR="0" rtl="0" algn="r">
              <a:spcBef>
                <a:spcPts val="0"/>
              </a:spcBef>
              <a:spcAft>
                <a:spcPts val="0"/>
              </a:spcAft>
              <a:buClr>
                <a:schemeClr val="dk1"/>
              </a:buClr>
              <a:buSzPts val="24534"/>
              <a:buFont typeface="Twentieth Century"/>
              <a:buNone/>
            </a:pPr>
            <a:r>
              <a:rPr b="0" lang="en-US" sz="24534" cap="none">
                <a:solidFill>
                  <a:schemeClr val="dk1"/>
                </a:solidFill>
                <a:latin typeface="Twentieth Century"/>
                <a:ea typeface="Twentieth Century"/>
                <a:cs typeface="Twentieth Century"/>
                <a:sym typeface="Twentieth Century"/>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3" name="Shape 113"/>
        <p:cNvGrpSpPr/>
        <p:nvPr/>
      </p:nvGrpSpPr>
      <p:grpSpPr>
        <a:xfrm>
          <a:off x="0" y="0"/>
          <a:ext cx="0" cy="0"/>
          <a:chOff x="0" y="0"/>
          <a:chExt cx="0" cy="0"/>
        </a:xfrm>
      </p:grpSpPr>
      <p:pic>
        <p:nvPicPr>
          <p:cNvPr descr="Droplets-HD-Content-R1d.png" id="114" name="Google Shape;114;p15"/>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115" name="Google Shape;115;p15"/>
          <p:cNvSpPr txBox="1"/>
          <p:nvPr>
            <p:ph type="title"/>
          </p:nvPr>
        </p:nvSpPr>
        <p:spPr>
          <a:xfrm>
            <a:off x="3289590" y="6558746"/>
            <a:ext cx="37312027" cy="7702961"/>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9813"/>
              <a:buFont typeface="Twentieth Century"/>
              <a:buNone/>
              <a:defRPr sz="981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15"/>
          <p:cNvSpPr txBox="1"/>
          <p:nvPr>
            <p:ph idx="1" type="body"/>
          </p:nvPr>
        </p:nvSpPr>
        <p:spPr>
          <a:xfrm>
            <a:off x="3289590" y="14297827"/>
            <a:ext cx="37312027" cy="349797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067"/>
              </a:spcBef>
              <a:spcAft>
                <a:spcPts val="0"/>
              </a:spcAft>
              <a:buSzPts val="4907"/>
              <a:buNone/>
              <a:defRPr sz="4907"/>
            </a:lvl1pPr>
            <a:lvl2pPr indent="-228600" lvl="1" marL="914400" algn="l">
              <a:lnSpc>
                <a:spcPct val="120000"/>
              </a:lnSpc>
              <a:spcBef>
                <a:spcPts val="1533"/>
              </a:spcBef>
              <a:spcAft>
                <a:spcPts val="0"/>
              </a:spcAft>
              <a:buSzPts val="4293"/>
              <a:buNone/>
              <a:defRPr sz="4293"/>
            </a:lvl2pPr>
            <a:lvl3pPr indent="-228600" lvl="2" marL="1371600" algn="l">
              <a:lnSpc>
                <a:spcPct val="120000"/>
              </a:lnSpc>
              <a:spcBef>
                <a:spcPts val="1533"/>
              </a:spcBef>
              <a:spcAft>
                <a:spcPts val="0"/>
              </a:spcAft>
              <a:buSzPts val="3680"/>
              <a:buNone/>
              <a:defRPr sz="3680"/>
            </a:lvl3pPr>
            <a:lvl4pPr indent="-228600" lvl="3" marL="1828800" algn="l">
              <a:lnSpc>
                <a:spcPct val="120000"/>
              </a:lnSpc>
              <a:spcBef>
                <a:spcPts val="1533"/>
              </a:spcBef>
              <a:spcAft>
                <a:spcPts val="0"/>
              </a:spcAft>
              <a:buSzPts val="3067"/>
              <a:buNone/>
              <a:defRPr sz="3067"/>
            </a:lvl4pPr>
            <a:lvl5pPr indent="-228600" lvl="4" marL="2286000" algn="l">
              <a:lnSpc>
                <a:spcPct val="120000"/>
              </a:lnSpc>
              <a:spcBef>
                <a:spcPts val="1533"/>
              </a:spcBef>
              <a:spcAft>
                <a:spcPts val="0"/>
              </a:spcAft>
              <a:buSzPts val="3067"/>
              <a:buNone/>
              <a:defRPr sz="3067"/>
            </a:lvl5pPr>
            <a:lvl6pPr indent="-228600" lvl="5" marL="2743200" algn="l">
              <a:lnSpc>
                <a:spcPct val="120000"/>
              </a:lnSpc>
              <a:spcBef>
                <a:spcPts val="1533"/>
              </a:spcBef>
              <a:spcAft>
                <a:spcPts val="0"/>
              </a:spcAft>
              <a:buSzPts val="3067"/>
              <a:buNone/>
              <a:defRPr sz="3067"/>
            </a:lvl6pPr>
            <a:lvl7pPr indent="-228600" lvl="6" marL="3200400" algn="l">
              <a:lnSpc>
                <a:spcPct val="120000"/>
              </a:lnSpc>
              <a:spcBef>
                <a:spcPts val="1533"/>
              </a:spcBef>
              <a:spcAft>
                <a:spcPts val="0"/>
              </a:spcAft>
              <a:buSzPts val="3067"/>
              <a:buNone/>
              <a:defRPr sz="3067"/>
            </a:lvl7pPr>
            <a:lvl8pPr indent="-228600" lvl="7" marL="3657600" algn="l">
              <a:lnSpc>
                <a:spcPct val="120000"/>
              </a:lnSpc>
              <a:spcBef>
                <a:spcPts val="1533"/>
              </a:spcBef>
              <a:spcAft>
                <a:spcPts val="0"/>
              </a:spcAft>
              <a:buSzPts val="3067"/>
              <a:buNone/>
              <a:defRPr sz="3067"/>
            </a:lvl8pPr>
            <a:lvl9pPr indent="-228600" lvl="8" marL="4114800" algn="l">
              <a:lnSpc>
                <a:spcPct val="120000"/>
              </a:lnSpc>
              <a:spcBef>
                <a:spcPts val="1533"/>
              </a:spcBef>
              <a:spcAft>
                <a:spcPts val="0"/>
              </a:spcAft>
              <a:buSzPts val="3067"/>
              <a:buNone/>
              <a:defRPr sz="3067"/>
            </a:lvl9pPr>
          </a:lstStyle>
          <a:p/>
        </p:txBody>
      </p:sp>
      <p:sp>
        <p:nvSpPr>
          <p:cNvPr id="117" name="Google Shape;117;p15"/>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5"/>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5"/>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20" name="Shape 120"/>
        <p:cNvGrpSpPr/>
        <p:nvPr/>
      </p:nvGrpSpPr>
      <p:grpSpPr>
        <a:xfrm>
          <a:off x="0" y="0"/>
          <a:ext cx="0" cy="0"/>
          <a:chOff x="0" y="0"/>
          <a:chExt cx="0" cy="0"/>
        </a:xfrm>
      </p:grpSpPr>
      <p:pic>
        <p:nvPicPr>
          <p:cNvPr descr="Droplets-HD-Content-R1d.png" id="121" name="Google Shape;121;p16"/>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122" name="Google Shape;122;p16"/>
          <p:cNvSpPr txBox="1"/>
          <p:nvPr>
            <p:ph type="title"/>
          </p:nvPr>
        </p:nvSpPr>
        <p:spPr>
          <a:xfrm>
            <a:off x="3289587" y="1869440"/>
            <a:ext cx="37312027" cy="4922288"/>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16"/>
          <p:cNvSpPr txBox="1"/>
          <p:nvPr>
            <p:ph idx="1" type="body"/>
          </p:nvPr>
        </p:nvSpPr>
        <p:spPr>
          <a:xfrm>
            <a:off x="3289586" y="7259085"/>
            <a:ext cx="11876314" cy="1767203"/>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3067"/>
              </a:spcBef>
              <a:spcAft>
                <a:spcPts val="0"/>
              </a:spcAft>
              <a:buSzPts val="7360"/>
              <a:buNone/>
              <a:defRPr b="0" sz="7360">
                <a:solidFill>
                  <a:schemeClr val="dk1"/>
                </a:solidFill>
              </a:defRPr>
            </a:lvl1pPr>
            <a:lvl2pPr indent="-228600" lvl="1" marL="914400" algn="l">
              <a:lnSpc>
                <a:spcPct val="120000"/>
              </a:lnSpc>
              <a:spcBef>
                <a:spcPts val="1533"/>
              </a:spcBef>
              <a:spcAft>
                <a:spcPts val="0"/>
              </a:spcAft>
              <a:buSzPts val="6133"/>
              <a:buNone/>
              <a:defRPr b="1" sz="6133"/>
            </a:lvl2pPr>
            <a:lvl3pPr indent="-228600" lvl="2" marL="1371600" algn="l">
              <a:lnSpc>
                <a:spcPct val="120000"/>
              </a:lnSpc>
              <a:spcBef>
                <a:spcPts val="1533"/>
              </a:spcBef>
              <a:spcAft>
                <a:spcPts val="0"/>
              </a:spcAft>
              <a:buSzPts val="5520"/>
              <a:buNone/>
              <a:defRPr b="1" sz="5520"/>
            </a:lvl3pPr>
            <a:lvl4pPr indent="-228600" lvl="3" marL="1828800" algn="l">
              <a:lnSpc>
                <a:spcPct val="120000"/>
              </a:lnSpc>
              <a:spcBef>
                <a:spcPts val="1533"/>
              </a:spcBef>
              <a:spcAft>
                <a:spcPts val="0"/>
              </a:spcAft>
              <a:buSzPts val="4907"/>
              <a:buNone/>
              <a:defRPr b="1" sz="4907"/>
            </a:lvl4pPr>
            <a:lvl5pPr indent="-228600" lvl="4" marL="2286000" algn="l">
              <a:lnSpc>
                <a:spcPct val="120000"/>
              </a:lnSpc>
              <a:spcBef>
                <a:spcPts val="1533"/>
              </a:spcBef>
              <a:spcAft>
                <a:spcPts val="0"/>
              </a:spcAft>
              <a:buSzPts val="4907"/>
              <a:buNone/>
              <a:defRPr b="1" sz="4907"/>
            </a:lvl5pPr>
            <a:lvl6pPr indent="-228600" lvl="5" marL="2743200" algn="l">
              <a:lnSpc>
                <a:spcPct val="120000"/>
              </a:lnSpc>
              <a:spcBef>
                <a:spcPts val="1533"/>
              </a:spcBef>
              <a:spcAft>
                <a:spcPts val="0"/>
              </a:spcAft>
              <a:buSzPts val="4907"/>
              <a:buNone/>
              <a:defRPr b="1" sz="4907"/>
            </a:lvl6pPr>
            <a:lvl7pPr indent="-228600" lvl="6" marL="3200400" algn="l">
              <a:lnSpc>
                <a:spcPct val="120000"/>
              </a:lnSpc>
              <a:spcBef>
                <a:spcPts val="1533"/>
              </a:spcBef>
              <a:spcAft>
                <a:spcPts val="0"/>
              </a:spcAft>
              <a:buSzPts val="4907"/>
              <a:buNone/>
              <a:defRPr b="1" sz="4907"/>
            </a:lvl7pPr>
            <a:lvl8pPr indent="-228600" lvl="7" marL="3657600" algn="l">
              <a:lnSpc>
                <a:spcPct val="120000"/>
              </a:lnSpc>
              <a:spcBef>
                <a:spcPts val="1533"/>
              </a:spcBef>
              <a:spcAft>
                <a:spcPts val="0"/>
              </a:spcAft>
              <a:buSzPts val="4907"/>
              <a:buNone/>
              <a:defRPr b="1" sz="4907"/>
            </a:lvl8pPr>
            <a:lvl9pPr indent="-228600" lvl="8" marL="4114800" algn="l">
              <a:lnSpc>
                <a:spcPct val="120000"/>
              </a:lnSpc>
              <a:spcBef>
                <a:spcPts val="1533"/>
              </a:spcBef>
              <a:spcAft>
                <a:spcPts val="0"/>
              </a:spcAft>
              <a:buSzPts val="4907"/>
              <a:buNone/>
              <a:defRPr b="1" sz="4907"/>
            </a:lvl9pPr>
          </a:lstStyle>
          <a:p/>
        </p:txBody>
      </p:sp>
      <p:sp>
        <p:nvSpPr>
          <p:cNvPr id="124" name="Google Shape;124;p16"/>
          <p:cNvSpPr txBox="1"/>
          <p:nvPr>
            <p:ph idx="2" type="body"/>
          </p:nvPr>
        </p:nvSpPr>
        <p:spPr>
          <a:xfrm>
            <a:off x="3289586" y="9026290"/>
            <a:ext cx="11876314" cy="8733391"/>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067"/>
              </a:spcBef>
              <a:spcAft>
                <a:spcPts val="0"/>
              </a:spcAft>
              <a:buSzPts val="4293"/>
              <a:buNone/>
              <a:defRPr sz="4293"/>
            </a:lvl1pPr>
            <a:lvl2pPr indent="-228600" lvl="1" marL="914400" algn="l">
              <a:lnSpc>
                <a:spcPct val="120000"/>
              </a:lnSpc>
              <a:spcBef>
                <a:spcPts val="1533"/>
              </a:spcBef>
              <a:spcAft>
                <a:spcPts val="0"/>
              </a:spcAft>
              <a:buSzPts val="3680"/>
              <a:buNone/>
              <a:defRPr sz="3680"/>
            </a:lvl2pPr>
            <a:lvl3pPr indent="-228600" lvl="2" marL="1371600" algn="l">
              <a:lnSpc>
                <a:spcPct val="120000"/>
              </a:lnSpc>
              <a:spcBef>
                <a:spcPts val="1533"/>
              </a:spcBef>
              <a:spcAft>
                <a:spcPts val="0"/>
              </a:spcAft>
              <a:buSzPts val="3067"/>
              <a:buNone/>
              <a:defRPr sz="3067"/>
            </a:lvl3pPr>
            <a:lvl4pPr indent="-228600" lvl="3" marL="1828800" algn="l">
              <a:lnSpc>
                <a:spcPct val="120000"/>
              </a:lnSpc>
              <a:spcBef>
                <a:spcPts val="1533"/>
              </a:spcBef>
              <a:spcAft>
                <a:spcPts val="0"/>
              </a:spcAft>
              <a:buSzPts val="2760"/>
              <a:buNone/>
              <a:defRPr sz="2760"/>
            </a:lvl4pPr>
            <a:lvl5pPr indent="-228600" lvl="4" marL="2286000" algn="l">
              <a:lnSpc>
                <a:spcPct val="120000"/>
              </a:lnSpc>
              <a:spcBef>
                <a:spcPts val="1533"/>
              </a:spcBef>
              <a:spcAft>
                <a:spcPts val="0"/>
              </a:spcAft>
              <a:buSzPts val="2760"/>
              <a:buNone/>
              <a:defRPr sz="2760"/>
            </a:lvl5pPr>
            <a:lvl6pPr indent="-228600" lvl="5" marL="2743200" algn="l">
              <a:lnSpc>
                <a:spcPct val="120000"/>
              </a:lnSpc>
              <a:spcBef>
                <a:spcPts val="1533"/>
              </a:spcBef>
              <a:spcAft>
                <a:spcPts val="0"/>
              </a:spcAft>
              <a:buSzPts val="2760"/>
              <a:buNone/>
              <a:defRPr sz="2760"/>
            </a:lvl6pPr>
            <a:lvl7pPr indent="-228600" lvl="6" marL="3200400" algn="l">
              <a:lnSpc>
                <a:spcPct val="120000"/>
              </a:lnSpc>
              <a:spcBef>
                <a:spcPts val="1533"/>
              </a:spcBef>
              <a:spcAft>
                <a:spcPts val="0"/>
              </a:spcAft>
              <a:buSzPts val="2760"/>
              <a:buNone/>
              <a:defRPr sz="2760"/>
            </a:lvl7pPr>
            <a:lvl8pPr indent="-228600" lvl="7" marL="3657600" algn="l">
              <a:lnSpc>
                <a:spcPct val="120000"/>
              </a:lnSpc>
              <a:spcBef>
                <a:spcPts val="1533"/>
              </a:spcBef>
              <a:spcAft>
                <a:spcPts val="0"/>
              </a:spcAft>
              <a:buSzPts val="2760"/>
              <a:buNone/>
              <a:defRPr sz="2760"/>
            </a:lvl8pPr>
            <a:lvl9pPr indent="-228600" lvl="8" marL="4114800" algn="l">
              <a:lnSpc>
                <a:spcPct val="120000"/>
              </a:lnSpc>
              <a:spcBef>
                <a:spcPts val="1533"/>
              </a:spcBef>
              <a:spcAft>
                <a:spcPts val="0"/>
              </a:spcAft>
              <a:buSzPts val="2760"/>
              <a:buNone/>
              <a:defRPr sz="2760"/>
            </a:lvl9pPr>
          </a:lstStyle>
          <a:p/>
        </p:txBody>
      </p:sp>
      <p:sp>
        <p:nvSpPr>
          <p:cNvPr id="125" name="Google Shape;125;p16"/>
          <p:cNvSpPr txBox="1"/>
          <p:nvPr>
            <p:ph idx="3" type="body"/>
          </p:nvPr>
        </p:nvSpPr>
        <p:spPr>
          <a:xfrm>
            <a:off x="16028602" y="7259085"/>
            <a:ext cx="11849476" cy="1767203"/>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3067"/>
              </a:spcBef>
              <a:spcAft>
                <a:spcPts val="0"/>
              </a:spcAft>
              <a:buSzPts val="7360"/>
              <a:buNone/>
              <a:defRPr b="0" sz="7360">
                <a:solidFill>
                  <a:schemeClr val="dk1"/>
                </a:solidFill>
              </a:defRPr>
            </a:lvl1pPr>
            <a:lvl2pPr indent="-228600" lvl="1" marL="914400" algn="l">
              <a:lnSpc>
                <a:spcPct val="120000"/>
              </a:lnSpc>
              <a:spcBef>
                <a:spcPts val="1533"/>
              </a:spcBef>
              <a:spcAft>
                <a:spcPts val="0"/>
              </a:spcAft>
              <a:buSzPts val="6133"/>
              <a:buNone/>
              <a:defRPr b="1" sz="6133"/>
            </a:lvl2pPr>
            <a:lvl3pPr indent="-228600" lvl="2" marL="1371600" algn="l">
              <a:lnSpc>
                <a:spcPct val="120000"/>
              </a:lnSpc>
              <a:spcBef>
                <a:spcPts val="1533"/>
              </a:spcBef>
              <a:spcAft>
                <a:spcPts val="0"/>
              </a:spcAft>
              <a:buSzPts val="5520"/>
              <a:buNone/>
              <a:defRPr b="1" sz="5520"/>
            </a:lvl3pPr>
            <a:lvl4pPr indent="-228600" lvl="3" marL="1828800" algn="l">
              <a:lnSpc>
                <a:spcPct val="120000"/>
              </a:lnSpc>
              <a:spcBef>
                <a:spcPts val="1533"/>
              </a:spcBef>
              <a:spcAft>
                <a:spcPts val="0"/>
              </a:spcAft>
              <a:buSzPts val="4907"/>
              <a:buNone/>
              <a:defRPr b="1" sz="4907"/>
            </a:lvl4pPr>
            <a:lvl5pPr indent="-228600" lvl="4" marL="2286000" algn="l">
              <a:lnSpc>
                <a:spcPct val="120000"/>
              </a:lnSpc>
              <a:spcBef>
                <a:spcPts val="1533"/>
              </a:spcBef>
              <a:spcAft>
                <a:spcPts val="0"/>
              </a:spcAft>
              <a:buSzPts val="4907"/>
              <a:buNone/>
              <a:defRPr b="1" sz="4907"/>
            </a:lvl5pPr>
            <a:lvl6pPr indent="-228600" lvl="5" marL="2743200" algn="l">
              <a:lnSpc>
                <a:spcPct val="120000"/>
              </a:lnSpc>
              <a:spcBef>
                <a:spcPts val="1533"/>
              </a:spcBef>
              <a:spcAft>
                <a:spcPts val="0"/>
              </a:spcAft>
              <a:buSzPts val="4907"/>
              <a:buNone/>
              <a:defRPr b="1" sz="4907"/>
            </a:lvl6pPr>
            <a:lvl7pPr indent="-228600" lvl="6" marL="3200400" algn="l">
              <a:lnSpc>
                <a:spcPct val="120000"/>
              </a:lnSpc>
              <a:spcBef>
                <a:spcPts val="1533"/>
              </a:spcBef>
              <a:spcAft>
                <a:spcPts val="0"/>
              </a:spcAft>
              <a:buSzPts val="4907"/>
              <a:buNone/>
              <a:defRPr b="1" sz="4907"/>
            </a:lvl7pPr>
            <a:lvl8pPr indent="-228600" lvl="7" marL="3657600" algn="l">
              <a:lnSpc>
                <a:spcPct val="120000"/>
              </a:lnSpc>
              <a:spcBef>
                <a:spcPts val="1533"/>
              </a:spcBef>
              <a:spcAft>
                <a:spcPts val="0"/>
              </a:spcAft>
              <a:buSzPts val="4907"/>
              <a:buNone/>
              <a:defRPr b="1" sz="4907"/>
            </a:lvl8pPr>
            <a:lvl9pPr indent="-228600" lvl="8" marL="4114800" algn="l">
              <a:lnSpc>
                <a:spcPct val="120000"/>
              </a:lnSpc>
              <a:spcBef>
                <a:spcPts val="1533"/>
              </a:spcBef>
              <a:spcAft>
                <a:spcPts val="0"/>
              </a:spcAft>
              <a:buSzPts val="4907"/>
              <a:buNone/>
              <a:defRPr b="1" sz="4907"/>
            </a:lvl9pPr>
          </a:lstStyle>
          <a:p/>
        </p:txBody>
      </p:sp>
      <p:sp>
        <p:nvSpPr>
          <p:cNvPr id="126" name="Google Shape;126;p16"/>
          <p:cNvSpPr txBox="1"/>
          <p:nvPr>
            <p:ph idx="4" type="body"/>
          </p:nvPr>
        </p:nvSpPr>
        <p:spPr>
          <a:xfrm>
            <a:off x="15988854" y="9026290"/>
            <a:ext cx="11892064" cy="8733391"/>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067"/>
              </a:spcBef>
              <a:spcAft>
                <a:spcPts val="0"/>
              </a:spcAft>
              <a:buSzPts val="4293"/>
              <a:buNone/>
              <a:defRPr sz="4293"/>
            </a:lvl1pPr>
            <a:lvl2pPr indent="-228600" lvl="1" marL="914400" algn="l">
              <a:lnSpc>
                <a:spcPct val="120000"/>
              </a:lnSpc>
              <a:spcBef>
                <a:spcPts val="1533"/>
              </a:spcBef>
              <a:spcAft>
                <a:spcPts val="0"/>
              </a:spcAft>
              <a:buSzPts val="3680"/>
              <a:buNone/>
              <a:defRPr sz="3680"/>
            </a:lvl2pPr>
            <a:lvl3pPr indent="-228600" lvl="2" marL="1371600" algn="l">
              <a:lnSpc>
                <a:spcPct val="120000"/>
              </a:lnSpc>
              <a:spcBef>
                <a:spcPts val="1533"/>
              </a:spcBef>
              <a:spcAft>
                <a:spcPts val="0"/>
              </a:spcAft>
              <a:buSzPts val="3067"/>
              <a:buNone/>
              <a:defRPr sz="3067"/>
            </a:lvl3pPr>
            <a:lvl4pPr indent="-228600" lvl="3" marL="1828800" algn="l">
              <a:lnSpc>
                <a:spcPct val="120000"/>
              </a:lnSpc>
              <a:spcBef>
                <a:spcPts val="1533"/>
              </a:spcBef>
              <a:spcAft>
                <a:spcPts val="0"/>
              </a:spcAft>
              <a:buSzPts val="2760"/>
              <a:buNone/>
              <a:defRPr sz="2760"/>
            </a:lvl4pPr>
            <a:lvl5pPr indent="-228600" lvl="4" marL="2286000" algn="l">
              <a:lnSpc>
                <a:spcPct val="120000"/>
              </a:lnSpc>
              <a:spcBef>
                <a:spcPts val="1533"/>
              </a:spcBef>
              <a:spcAft>
                <a:spcPts val="0"/>
              </a:spcAft>
              <a:buSzPts val="2760"/>
              <a:buNone/>
              <a:defRPr sz="2760"/>
            </a:lvl5pPr>
            <a:lvl6pPr indent="-228600" lvl="5" marL="2743200" algn="l">
              <a:lnSpc>
                <a:spcPct val="120000"/>
              </a:lnSpc>
              <a:spcBef>
                <a:spcPts val="1533"/>
              </a:spcBef>
              <a:spcAft>
                <a:spcPts val="0"/>
              </a:spcAft>
              <a:buSzPts val="2760"/>
              <a:buNone/>
              <a:defRPr sz="2760"/>
            </a:lvl6pPr>
            <a:lvl7pPr indent="-228600" lvl="6" marL="3200400" algn="l">
              <a:lnSpc>
                <a:spcPct val="120000"/>
              </a:lnSpc>
              <a:spcBef>
                <a:spcPts val="1533"/>
              </a:spcBef>
              <a:spcAft>
                <a:spcPts val="0"/>
              </a:spcAft>
              <a:buSzPts val="2760"/>
              <a:buNone/>
              <a:defRPr sz="2760"/>
            </a:lvl7pPr>
            <a:lvl8pPr indent="-228600" lvl="7" marL="3657600" algn="l">
              <a:lnSpc>
                <a:spcPct val="120000"/>
              </a:lnSpc>
              <a:spcBef>
                <a:spcPts val="1533"/>
              </a:spcBef>
              <a:spcAft>
                <a:spcPts val="0"/>
              </a:spcAft>
              <a:buSzPts val="2760"/>
              <a:buNone/>
              <a:defRPr sz="2760"/>
            </a:lvl8pPr>
            <a:lvl9pPr indent="-228600" lvl="8" marL="4114800" algn="l">
              <a:lnSpc>
                <a:spcPct val="120000"/>
              </a:lnSpc>
              <a:spcBef>
                <a:spcPts val="1533"/>
              </a:spcBef>
              <a:spcAft>
                <a:spcPts val="0"/>
              </a:spcAft>
              <a:buSzPts val="2760"/>
              <a:buNone/>
              <a:defRPr sz="2760"/>
            </a:lvl9pPr>
          </a:lstStyle>
          <a:p/>
        </p:txBody>
      </p:sp>
      <p:sp>
        <p:nvSpPr>
          <p:cNvPr id="127" name="Google Shape;127;p16"/>
          <p:cNvSpPr txBox="1"/>
          <p:nvPr>
            <p:ph idx="5" type="body"/>
          </p:nvPr>
        </p:nvSpPr>
        <p:spPr>
          <a:xfrm>
            <a:off x="28703873" y="7259085"/>
            <a:ext cx="11897741" cy="1767203"/>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3067"/>
              </a:spcBef>
              <a:spcAft>
                <a:spcPts val="0"/>
              </a:spcAft>
              <a:buSzPts val="7360"/>
              <a:buNone/>
              <a:defRPr b="0" sz="7360">
                <a:solidFill>
                  <a:schemeClr val="dk1"/>
                </a:solidFill>
              </a:defRPr>
            </a:lvl1pPr>
            <a:lvl2pPr indent="-228600" lvl="1" marL="914400" algn="l">
              <a:lnSpc>
                <a:spcPct val="120000"/>
              </a:lnSpc>
              <a:spcBef>
                <a:spcPts val="1533"/>
              </a:spcBef>
              <a:spcAft>
                <a:spcPts val="0"/>
              </a:spcAft>
              <a:buSzPts val="6133"/>
              <a:buNone/>
              <a:defRPr b="1" sz="6133"/>
            </a:lvl2pPr>
            <a:lvl3pPr indent="-228600" lvl="2" marL="1371600" algn="l">
              <a:lnSpc>
                <a:spcPct val="120000"/>
              </a:lnSpc>
              <a:spcBef>
                <a:spcPts val="1533"/>
              </a:spcBef>
              <a:spcAft>
                <a:spcPts val="0"/>
              </a:spcAft>
              <a:buSzPts val="5520"/>
              <a:buNone/>
              <a:defRPr b="1" sz="5520"/>
            </a:lvl3pPr>
            <a:lvl4pPr indent="-228600" lvl="3" marL="1828800" algn="l">
              <a:lnSpc>
                <a:spcPct val="120000"/>
              </a:lnSpc>
              <a:spcBef>
                <a:spcPts val="1533"/>
              </a:spcBef>
              <a:spcAft>
                <a:spcPts val="0"/>
              </a:spcAft>
              <a:buSzPts val="4907"/>
              <a:buNone/>
              <a:defRPr b="1" sz="4907"/>
            </a:lvl4pPr>
            <a:lvl5pPr indent="-228600" lvl="4" marL="2286000" algn="l">
              <a:lnSpc>
                <a:spcPct val="120000"/>
              </a:lnSpc>
              <a:spcBef>
                <a:spcPts val="1533"/>
              </a:spcBef>
              <a:spcAft>
                <a:spcPts val="0"/>
              </a:spcAft>
              <a:buSzPts val="4907"/>
              <a:buNone/>
              <a:defRPr b="1" sz="4907"/>
            </a:lvl5pPr>
            <a:lvl6pPr indent="-228600" lvl="5" marL="2743200" algn="l">
              <a:lnSpc>
                <a:spcPct val="120000"/>
              </a:lnSpc>
              <a:spcBef>
                <a:spcPts val="1533"/>
              </a:spcBef>
              <a:spcAft>
                <a:spcPts val="0"/>
              </a:spcAft>
              <a:buSzPts val="4907"/>
              <a:buNone/>
              <a:defRPr b="1" sz="4907"/>
            </a:lvl6pPr>
            <a:lvl7pPr indent="-228600" lvl="6" marL="3200400" algn="l">
              <a:lnSpc>
                <a:spcPct val="120000"/>
              </a:lnSpc>
              <a:spcBef>
                <a:spcPts val="1533"/>
              </a:spcBef>
              <a:spcAft>
                <a:spcPts val="0"/>
              </a:spcAft>
              <a:buSzPts val="4907"/>
              <a:buNone/>
              <a:defRPr b="1" sz="4907"/>
            </a:lvl7pPr>
            <a:lvl8pPr indent="-228600" lvl="7" marL="3657600" algn="l">
              <a:lnSpc>
                <a:spcPct val="120000"/>
              </a:lnSpc>
              <a:spcBef>
                <a:spcPts val="1533"/>
              </a:spcBef>
              <a:spcAft>
                <a:spcPts val="0"/>
              </a:spcAft>
              <a:buSzPts val="4907"/>
              <a:buNone/>
              <a:defRPr b="1" sz="4907"/>
            </a:lvl8pPr>
            <a:lvl9pPr indent="-228600" lvl="8" marL="4114800" algn="l">
              <a:lnSpc>
                <a:spcPct val="120000"/>
              </a:lnSpc>
              <a:spcBef>
                <a:spcPts val="1533"/>
              </a:spcBef>
              <a:spcAft>
                <a:spcPts val="0"/>
              </a:spcAft>
              <a:buSzPts val="4907"/>
              <a:buNone/>
              <a:defRPr b="1" sz="4907"/>
            </a:lvl9pPr>
          </a:lstStyle>
          <a:p/>
        </p:txBody>
      </p:sp>
      <p:sp>
        <p:nvSpPr>
          <p:cNvPr id="128" name="Google Shape;128;p16"/>
          <p:cNvSpPr txBox="1"/>
          <p:nvPr>
            <p:ph idx="6" type="body"/>
          </p:nvPr>
        </p:nvSpPr>
        <p:spPr>
          <a:xfrm>
            <a:off x="28703873" y="9026290"/>
            <a:ext cx="11897741" cy="8733391"/>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067"/>
              </a:spcBef>
              <a:spcAft>
                <a:spcPts val="0"/>
              </a:spcAft>
              <a:buSzPts val="4293"/>
              <a:buNone/>
              <a:defRPr sz="4293"/>
            </a:lvl1pPr>
            <a:lvl2pPr indent="-228600" lvl="1" marL="914400" algn="l">
              <a:lnSpc>
                <a:spcPct val="120000"/>
              </a:lnSpc>
              <a:spcBef>
                <a:spcPts val="1533"/>
              </a:spcBef>
              <a:spcAft>
                <a:spcPts val="0"/>
              </a:spcAft>
              <a:buSzPts val="3680"/>
              <a:buNone/>
              <a:defRPr sz="3680"/>
            </a:lvl2pPr>
            <a:lvl3pPr indent="-228600" lvl="2" marL="1371600" algn="l">
              <a:lnSpc>
                <a:spcPct val="120000"/>
              </a:lnSpc>
              <a:spcBef>
                <a:spcPts val="1533"/>
              </a:spcBef>
              <a:spcAft>
                <a:spcPts val="0"/>
              </a:spcAft>
              <a:buSzPts val="3067"/>
              <a:buNone/>
              <a:defRPr sz="3067"/>
            </a:lvl3pPr>
            <a:lvl4pPr indent="-228600" lvl="3" marL="1828800" algn="l">
              <a:lnSpc>
                <a:spcPct val="120000"/>
              </a:lnSpc>
              <a:spcBef>
                <a:spcPts val="1533"/>
              </a:spcBef>
              <a:spcAft>
                <a:spcPts val="0"/>
              </a:spcAft>
              <a:buSzPts val="2760"/>
              <a:buNone/>
              <a:defRPr sz="2760"/>
            </a:lvl4pPr>
            <a:lvl5pPr indent="-228600" lvl="4" marL="2286000" algn="l">
              <a:lnSpc>
                <a:spcPct val="120000"/>
              </a:lnSpc>
              <a:spcBef>
                <a:spcPts val="1533"/>
              </a:spcBef>
              <a:spcAft>
                <a:spcPts val="0"/>
              </a:spcAft>
              <a:buSzPts val="2760"/>
              <a:buNone/>
              <a:defRPr sz="2760"/>
            </a:lvl5pPr>
            <a:lvl6pPr indent="-228600" lvl="5" marL="2743200" algn="l">
              <a:lnSpc>
                <a:spcPct val="120000"/>
              </a:lnSpc>
              <a:spcBef>
                <a:spcPts val="1533"/>
              </a:spcBef>
              <a:spcAft>
                <a:spcPts val="0"/>
              </a:spcAft>
              <a:buSzPts val="2760"/>
              <a:buNone/>
              <a:defRPr sz="2760"/>
            </a:lvl6pPr>
            <a:lvl7pPr indent="-228600" lvl="6" marL="3200400" algn="l">
              <a:lnSpc>
                <a:spcPct val="120000"/>
              </a:lnSpc>
              <a:spcBef>
                <a:spcPts val="1533"/>
              </a:spcBef>
              <a:spcAft>
                <a:spcPts val="0"/>
              </a:spcAft>
              <a:buSzPts val="2760"/>
              <a:buNone/>
              <a:defRPr sz="2760"/>
            </a:lvl7pPr>
            <a:lvl8pPr indent="-228600" lvl="7" marL="3657600" algn="l">
              <a:lnSpc>
                <a:spcPct val="120000"/>
              </a:lnSpc>
              <a:spcBef>
                <a:spcPts val="1533"/>
              </a:spcBef>
              <a:spcAft>
                <a:spcPts val="0"/>
              </a:spcAft>
              <a:buSzPts val="2760"/>
              <a:buNone/>
              <a:defRPr sz="2760"/>
            </a:lvl8pPr>
            <a:lvl9pPr indent="-228600" lvl="8" marL="4114800" algn="l">
              <a:lnSpc>
                <a:spcPct val="120000"/>
              </a:lnSpc>
              <a:spcBef>
                <a:spcPts val="1533"/>
              </a:spcBef>
              <a:spcAft>
                <a:spcPts val="0"/>
              </a:spcAft>
              <a:buSzPts val="2760"/>
              <a:buNone/>
              <a:defRPr sz="2760"/>
            </a:lvl9pPr>
          </a:lstStyle>
          <a:p/>
        </p:txBody>
      </p:sp>
      <p:sp>
        <p:nvSpPr>
          <p:cNvPr id="129" name="Google Shape;129;p16"/>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6"/>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6"/>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32" name="Shape 132"/>
        <p:cNvGrpSpPr/>
        <p:nvPr/>
      </p:nvGrpSpPr>
      <p:grpSpPr>
        <a:xfrm>
          <a:off x="0" y="0"/>
          <a:ext cx="0" cy="0"/>
          <a:chOff x="0" y="0"/>
          <a:chExt cx="0" cy="0"/>
        </a:xfrm>
      </p:grpSpPr>
      <p:pic>
        <p:nvPicPr>
          <p:cNvPr descr="Droplets-HD-Content-R1d.png" id="133" name="Google Shape;133;p17"/>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134" name="Google Shape;134;p17"/>
          <p:cNvSpPr txBox="1"/>
          <p:nvPr>
            <p:ph type="title"/>
          </p:nvPr>
        </p:nvSpPr>
        <p:spPr>
          <a:xfrm>
            <a:off x="3289587" y="1873034"/>
            <a:ext cx="37312027" cy="491869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17"/>
          <p:cNvSpPr txBox="1"/>
          <p:nvPr>
            <p:ph idx="1" type="body"/>
          </p:nvPr>
        </p:nvSpPr>
        <p:spPr>
          <a:xfrm>
            <a:off x="3289588" y="12894782"/>
            <a:ext cx="11867072" cy="1767203"/>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3067"/>
              </a:spcBef>
              <a:spcAft>
                <a:spcPts val="0"/>
              </a:spcAft>
              <a:buSzPts val="6747"/>
              <a:buNone/>
              <a:defRPr b="0" sz="6747">
                <a:solidFill>
                  <a:schemeClr val="dk1"/>
                </a:solidFill>
              </a:defRPr>
            </a:lvl1pPr>
            <a:lvl2pPr indent="-228600" lvl="1" marL="914400" algn="l">
              <a:lnSpc>
                <a:spcPct val="120000"/>
              </a:lnSpc>
              <a:spcBef>
                <a:spcPts val="1533"/>
              </a:spcBef>
              <a:spcAft>
                <a:spcPts val="0"/>
              </a:spcAft>
              <a:buSzPts val="6133"/>
              <a:buNone/>
              <a:defRPr b="1" sz="6133"/>
            </a:lvl2pPr>
            <a:lvl3pPr indent="-228600" lvl="2" marL="1371600" algn="l">
              <a:lnSpc>
                <a:spcPct val="120000"/>
              </a:lnSpc>
              <a:spcBef>
                <a:spcPts val="1533"/>
              </a:spcBef>
              <a:spcAft>
                <a:spcPts val="0"/>
              </a:spcAft>
              <a:buSzPts val="5520"/>
              <a:buNone/>
              <a:defRPr b="1" sz="5520"/>
            </a:lvl3pPr>
            <a:lvl4pPr indent="-228600" lvl="3" marL="1828800" algn="l">
              <a:lnSpc>
                <a:spcPct val="120000"/>
              </a:lnSpc>
              <a:spcBef>
                <a:spcPts val="1533"/>
              </a:spcBef>
              <a:spcAft>
                <a:spcPts val="0"/>
              </a:spcAft>
              <a:buSzPts val="4907"/>
              <a:buNone/>
              <a:defRPr b="1" sz="4907"/>
            </a:lvl4pPr>
            <a:lvl5pPr indent="-228600" lvl="4" marL="2286000" algn="l">
              <a:lnSpc>
                <a:spcPct val="120000"/>
              </a:lnSpc>
              <a:spcBef>
                <a:spcPts val="1533"/>
              </a:spcBef>
              <a:spcAft>
                <a:spcPts val="0"/>
              </a:spcAft>
              <a:buSzPts val="4907"/>
              <a:buNone/>
              <a:defRPr b="1" sz="4907"/>
            </a:lvl5pPr>
            <a:lvl6pPr indent="-228600" lvl="5" marL="2743200" algn="l">
              <a:lnSpc>
                <a:spcPct val="120000"/>
              </a:lnSpc>
              <a:spcBef>
                <a:spcPts val="1533"/>
              </a:spcBef>
              <a:spcAft>
                <a:spcPts val="0"/>
              </a:spcAft>
              <a:buSzPts val="4907"/>
              <a:buNone/>
              <a:defRPr b="1" sz="4907"/>
            </a:lvl6pPr>
            <a:lvl7pPr indent="-228600" lvl="6" marL="3200400" algn="l">
              <a:lnSpc>
                <a:spcPct val="120000"/>
              </a:lnSpc>
              <a:spcBef>
                <a:spcPts val="1533"/>
              </a:spcBef>
              <a:spcAft>
                <a:spcPts val="0"/>
              </a:spcAft>
              <a:buSzPts val="4907"/>
              <a:buNone/>
              <a:defRPr b="1" sz="4907"/>
            </a:lvl7pPr>
            <a:lvl8pPr indent="-228600" lvl="7" marL="3657600" algn="l">
              <a:lnSpc>
                <a:spcPct val="120000"/>
              </a:lnSpc>
              <a:spcBef>
                <a:spcPts val="1533"/>
              </a:spcBef>
              <a:spcAft>
                <a:spcPts val="0"/>
              </a:spcAft>
              <a:buSzPts val="4907"/>
              <a:buNone/>
              <a:defRPr b="1" sz="4907"/>
            </a:lvl8pPr>
            <a:lvl9pPr indent="-228600" lvl="8" marL="4114800" algn="l">
              <a:lnSpc>
                <a:spcPct val="120000"/>
              </a:lnSpc>
              <a:spcBef>
                <a:spcPts val="1533"/>
              </a:spcBef>
              <a:spcAft>
                <a:spcPts val="0"/>
              </a:spcAft>
              <a:buSzPts val="4907"/>
              <a:buNone/>
              <a:defRPr b="1" sz="4907"/>
            </a:lvl9pPr>
          </a:lstStyle>
          <a:p/>
        </p:txBody>
      </p:sp>
      <p:sp>
        <p:nvSpPr>
          <p:cNvPr id="136" name="Google Shape;136;p17"/>
          <p:cNvSpPr/>
          <p:nvPr>
            <p:ph idx="2" type="pic"/>
          </p:nvPr>
        </p:nvSpPr>
        <p:spPr>
          <a:xfrm>
            <a:off x="3289588" y="7259085"/>
            <a:ext cx="11867072" cy="4673600"/>
          </a:xfrm>
          <a:prstGeom prst="roundRect">
            <a:avLst>
              <a:gd fmla="val 9363" name="adj"/>
            </a:avLst>
          </a:prstGeom>
          <a:noFill/>
          <a:ln cap="sq" cmpd="sng" w="82550">
            <a:solidFill>
              <a:srgbClr val="EAEAEA"/>
            </a:solidFill>
            <a:prstDash val="solid"/>
            <a:miter lim="800000"/>
            <a:headEnd len="sm" w="sm" type="none"/>
            <a:tailEnd len="sm" w="sm" type="none"/>
          </a:ln>
        </p:spPr>
      </p:sp>
      <p:sp>
        <p:nvSpPr>
          <p:cNvPr id="137" name="Google Shape;137;p17"/>
          <p:cNvSpPr txBox="1"/>
          <p:nvPr>
            <p:ph idx="3" type="body"/>
          </p:nvPr>
        </p:nvSpPr>
        <p:spPr>
          <a:xfrm>
            <a:off x="3289588" y="14661985"/>
            <a:ext cx="11867072" cy="309769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067"/>
              </a:spcBef>
              <a:spcAft>
                <a:spcPts val="0"/>
              </a:spcAft>
              <a:buSzPts val="4293"/>
              <a:buNone/>
              <a:defRPr sz="4293"/>
            </a:lvl1pPr>
            <a:lvl2pPr indent="-228600" lvl="1" marL="914400" algn="l">
              <a:lnSpc>
                <a:spcPct val="120000"/>
              </a:lnSpc>
              <a:spcBef>
                <a:spcPts val="1533"/>
              </a:spcBef>
              <a:spcAft>
                <a:spcPts val="0"/>
              </a:spcAft>
              <a:buSzPts val="3680"/>
              <a:buNone/>
              <a:defRPr sz="3680"/>
            </a:lvl2pPr>
            <a:lvl3pPr indent="-228600" lvl="2" marL="1371600" algn="l">
              <a:lnSpc>
                <a:spcPct val="120000"/>
              </a:lnSpc>
              <a:spcBef>
                <a:spcPts val="1533"/>
              </a:spcBef>
              <a:spcAft>
                <a:spcPts val="0"/>
              </a:spcAft>
              <a:buSzPts val="3067"/>
              <a:buNone/>
              <a:defRPr sz="3067"/>
            </a:lvl3pPr>
            <a:lvl4pPr indent="-228600" lvl="3" marL="1828800" algn="l">
              <a:lnSpc>
                <a:spcPct val="120000"/>
              </a:lnSpc>
              <a:spcBef>
                <a:spcPts val="1533"/>
              </a:spcBef>
              <a:spcAft>
                <a:spcPts val="0"/>
              </a:spcAft>
              <a:buSzPts val="2760"/>
              <a:buNone/>
              <a:defRPr sz="2760"/>
            </a:lvl4pPr>
            <a:lvl5pPr indent="-228600" lvl="4" marL="2286000" algn="l">
              <a:lnSpc>
                <a:spcPct val="120000"/>
              </a:lnSpc>
              <a:spcBef>
                <a:spcPts val="1533"/>
              </a:spcBef>
              <a:spcAft>
                <a:spcPts val="0"/>
              </a:spcAft>
              <a:buSzPts val="2760"/>
              <a:buNone/>
              <a:defRPr sz="2760"/>
            </a:lvl5pPr>
            <a:lvl6pPr indent="-228600" lvl="5" marL="2743200" algn="l">
              <a:lnSpc>
                <a:spcPct val="120000"/>
              </a:lnSpc>
              <a:spcBef>
                <a:spcPts val="1533"/>
              </a:spcBef>
              <a:spcAft>
                <a:spcPts val="0"/>
              </a:spcAft>
              <a:buSzPts val="2760"/>
              <a:buNone/>
              <a:defRPr sz="2760"/>
            </a:lvl6pPr>
            <a:lvl7pPr indent="-228600" lvl="6" marL="3200400" algn="l">
              <a:lnSpc>
                <a:spcPct val="120000"/>
              </a:lnSpc>
              <a:spcBef>
                <a:spcPts val="1533"/>
              </a:spcBef>
              <a:spcAft>
                <a:spcPts val="0"/>
              </a:spcAft>
              <a:buSzPts val="2760"/>
              <a:buNone/>
              <a:defRPr sz="2760"/>
            </a:lvl7pPr>
            <a:lvl8pPr indent="-228600" lvl="7" marL="3657600" algn="l">
              <a:lnSpc>
                <a:spcPct val="120000"/>
              </a:lnSpc>
              <a:spcBef>
                <a:spcPts val="1533"/>
              </a:spcBef>
              <a:spcAft>
                <a:spcPts val="0"/>
              </a:spcAft>
              <a:buSzPts val="2760"/>
              <a:buNone/>
              <a:defRPr sz="2760"/>
            </a:lvl8pPr>
            <a:lvl9pPr indent="-228600" lvl="8" marL="4114800" algn="l">
              <a:lnSpc>
                <a:spcPct val="120000"/>
              </a:lnSpc>
              <a:spcBef>
                <a:spcPts val="1533"/>
              </a:spcBef>
              <a:spcAft>
                <a:spcPts val="0"/>
              </a:spcAft>
              <a:buSzPts val="2760"/>
              <a:buNone/>
              <a:defRPr sz="2760"/>
            </a:lvl9pPr>
          </a:lstStyle>
          <a:p/>
        </p:txBody>
      </p:sp>
      <p:sp>
        <p:nvSpPr>
          <p:cNvPr id="138" name="Google Shape;138;p17"/>
          <p:cNvSpPr txBox="1"/>
          <p:nvPr>
            <p:ph idx="4" type="body"/>
          </p:nvPr>
        </p:nvSpPr>
        <p:spPr>
          <a:xfrm>
            <a:off x="15993932" y="12894782"/>
            <a:ext cx="11886581" cy="1767203"/>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3067"/>
              </a:spcBef>
              <a:spcAft>
                <a:spcPts val="0"/>
              </a:spcAft>
              <a:buSzPts val="6747"/>
              <a:buNone/>
              <a:defRPr b="0" sz="6747">
                <a:solidFill>
                  <a:schemeClr val="dk1"/>
                </a:solidFill>
              </a:defRPr>
            </a:lvl1pPr>
            <a:lvl2pPr indent="-228600" lvl="1" marL="914400" algn="l">
              <a:lnSpc>
                <a:spcPct val="120000"/>
              </a:lnSpc>
              <a:spcBef>
                <a:spcPts val="1533"/>
              </a:spcBef>
              <a:spcAft>
                <a:spcPts val="0"/>
              </a:spcAft>
              <a:buSzPts val="6133"/>
              <a:buNone/>
              <a:defRPr b="1" sz="6133"/>
            </a:lvl2pPr>
            <a:lvl3pPr indent="-228600" lvl="2" marL="1371600" algn="l">
              <a:lnSpc>
                <a:spcPct val="120000"/>
              </a:lnSpc>
              <a:spcBef>
                <a:spcPts val="1533"/>
              </a:spcBef>
              <a:spcAft>
                <a:spcPts val="0"/>
              </a:spcAft>
              <a:buSzPts val="5520"/>
              <a:buNone/>
              <a:defRPr b="1" sz="5520"/>
            </a:lvl3pPr>
            <a:lvl4pPr indent="-228600" lvl="3" marL="1828800" algn="l">
              <a:lnSpc>
                <a:spcPct val="120000"/>
              </a:lnSpc>
              <a:spcBef>
                <a:spcPts val="1533"/>
              </a:spcBef>
              <a:spcAft>
                <a:spcPts val="0"/>
              </a:spcAft>
              <a:buSzPts val="4907"/>
              <a:buNone/>
              <a:defRPr b="1" sz="4907"/>
            </a:lvl4pPr>
            <a:lvl5pPr indent="-228600" lvl="4" marL="2286000" algn="l">
              <a:lnSpc>
                <a:spcPct val="120000"/>
              </a:lnSpc>
              <a:spcBef>
                <a:spcPts val="1533"/>
              </a:spcBef>
              <a:spcAft>
                <a:spcPts val="0"/>
              </a:spcAft>
              <a:buSzPts val="4907"/>
              <a:buNone/>
              <a:defRPr b="1" sz="4907"/>
            </a:lvl5pPr>
            <a:lvl6pPr indent="-228600" lvl="5" marL="2743200" algn="l">
              <a:lnSpc>
                <a:spcPct val="120000"/>
              </a:lnSpc>
              <a:spcBef>
                <a:spcPts val="1533"/>
              </a:spcBef>
              <a:spcAft>
                <a:spcPts val="0"/>
              </a:spcAft>
              <a:buSzPts val="4907"/>
              <a:buNone/>
              <a:defRPr b="1" sz="4907"/>
            </a:lvl6pPr>
            <a:lvl7pPr indent="-228600" lvl="6" marL="3200400" algn="l">
              <a:lnSpc>
                <a:spcPct val="120000"/>
              </a:lnSpc>
              <a:spcBef>
                <a:spcPts val="1533"/>
              </a:spcBef>
              <a:spcAft>
                <a:spcPts val="0"/>
              </a:spcAft>
              <a:buSzPts val="4907"/>
              <a:buNone/>
              <a:defRPr b="1" sz="4907"/>
            </a:lvl7pPr>
            <a:lvl8pPr indent="-228600" lvl="7" marL="3657600" algn="l">
              <a:lnSpc>
                <a:spcPct val="120000"/>
              </a:lnSpc>
              <a:spcBef>
                <a:spcPts val="1533"/>
              </a:spcBef>
              <a:spcAft>
                <a:spcPts val="0"/>
              </a:spcAft>
              <a:buSzPts val="4907"/>
              <a:buNone/>
              <a:defRPr b="1" sz="4907"/>
            </a:lvl8pPr>
            <a:lvl9pPr indent="-228600" lvl="8" marL="4114800" algn="l">
              <a:lnSpc>
                <a:spcPct val="120000"/>
              </a:lnSpc>
              <a:spcBef>
                <a:spcPts val="1533"/>
              </a:spcBef>
              <a:spcAft>
                <a:spcPts val="0"/>
              </a:spcAft>
              <a:buSzPts val="4907"/>
              <a:buNone/>
              <a:defRPr b="1" sz="4907"/>
            </a:lvl9pPr>
          </a:lstStyle>
          <a:p/>
        </p:txBody>
      </p:sp>
      <p:sp>
        <p:nvSpPr>
          <p:cNvPr id="139" name="Google Shape;139;p17"/>
          <p:cNvSpPr/>
          <p:nvPr>
            <p:ph idx="5" type="pic"/>
          </p:nvPr>
        </p:nvSpPr>
        <p:spPr>
          <a:xfrm>
            <a:off x="15988853" y="7259085"/>
            <a:ext cx="11892067" cy="4673600"/>
          </a:xfrm>
          <a:prstGeom prst="roundRect">
            <a:avLst>
              <a:gd fmla="val 8841" name="adj"/>
            </a:avLst>
          </a:prstGeom>
          <a:noFill/>
          <a:ln cap="sq" cmpd="sng" w="82550">
            <a:solidFill>
              <a:srgbClr val="EAEAEA"/>
            </a:solidFill>
            <a:prstDash val="solid"/>
            <a:miter lim="800000"/>
            <a:headEnd len="sm" w="sm" type="none"/>
            <a:tailEnd len="sm" w="sm" type="none"/>
          </a:ln>
        </p:spPr>
      </p:sp>
      <p:sp>
        <p:nvSpPr>
          <p:cNvPr id="140" name="Google Shape;140;p17"/>
          <p:cNvSpPr txBox="1"/>
          <p:nvPr>
            <p:ph idx="6" type="body"/>
          </p:nvPr>
        </p:nvSpPr>
        <p:spPr>
          <a:xfrm>
            <a:off x="15988853" y="14661980"/>
            <a:ext cx="11892067" cy="309769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067"/>
              </a:spcBef>
              <a:spcAft>
                <a:spcPts val="0"/>
              </a:spcAft>
              <a:buSzPts val="4293"/>
              <a:buNone/>
              <a:defRPr sz="4293"/>
            </a:lvl1pPr>
            <a:lvl2pPr indent="-228600" lvl="1" marL="914400" algn="l">
              <a:lnSpc>
                <a:spcPct val="120000"/>
              </a:lnSpc>
              <a:spcBef>
                <a:spcPts val="1533"/>
              </a:spcBef>
              <a:spcAft>
                <a:spcPts val="0"/>
              </a:spcAft>
              <a:buSzPts val="3680"/>
              <a:buNone/>
              <a:defRPr sz="3680"/>
            </a:lvl2pPr>
            <a:lvl3pPr indent="-228600" lvl="2" marL="1371600" algn="l">
              <a:lnSpc>
                <a:spcPct val="120000"/>
              </a:lnSpc>
              <a:spcBef>
                <a:spcPts val="1533"/>
              </a:spcBef>
              <a:spcAft>
                <a:spcPts val="0"/>
              </a:spcAft>
              <a:buSzPts val="3067"/>
              <a:buNone/>
              <a:defRPr sz="3067"/>
            </a:lvl3pPr>
            <a:lvl4pPr indent="-228600" lvl="3" marL="1828800" algn="l">
              <a:lnSpc>
                <a:spcPct val="120000"/>
              </a:lnSpc>
              <a:spcBef>
                <a:spcPts val="1533"/>
              </a:spcBef>
              <a:spcAft>
                <a:spcPts val="0"/>
              </a:spcAft>
              <a:buSzPts val="2760"/>
              <a:buNone/>
              <a:defRPr sz="2760"/>
            </a:lvl4pPr>
            <a:lvl5pPr indent="-228600" lvl="4" marL="2286000" algn="l">
              <a:lnSpc>
                <a:spcPct val="120000"/>
              </a:lnSpc>
              <a:spcBef>
                <a:spcPts val="1533"/>
              </a:spcBef>
              <a:spcAft>
                <a:spcPts val="0"/>
              </a:spcAft>
              <a:buSzPts val="2760"/>
              <a:buNone/>
              <a:defRPr sz="2760"/>
            </a:lvl5pPr>
            <a:lvl6pPr indent="-228600" lvl="5" marL="2743200" algn="l">
              <a:lnSpc>
                <a:spcPct val="120000"/>
              </a:lnSpc>
              <a:spcBef>
                <a:spcPts val="1533"/>
              </a:spcBef>
              <a:spcAft>
                <a:spcPts val="0"/>
              </a:spcAft>
              <a:buSzPts val="2760"/>
              <a:buNone/>
              <a:defRPr sz="2760"/>
            </a:lvl6pPr>
            <a:lvl7pPr indent="-228600" lvl="6" marL="3200400" algn="l">
              <a:lnSpc>
                <a:spcPct val="120000"/>
              </a:lnSpc>
              <a:spcBef>
                <a:spcPts val="1533"/>
              </a:spcBef>
              <a:spcAft>
                <a:spcPts val="0"/>
              </a:spcAft>
              <a:buSzPts val="2760"/>
              <a:buNone/>
              <a:defRPr sz="2760"/>
            </a:lvl7pPr>
            <a:lvl8pPr indent="-228600" lvl="7" marL="3657600" algn="l">
              <a:lnSpc>
                <a:spcPct val="120000"/>
              </a:lnSpc>
              <a:spcBef>
                <a:spcPts val="1533"/>
              </a:spcBef>
              <a:spcAft>
                <a:spcPts val="0"/>
              </a:spcAft>
              <a:buSzPts val="2760"/>
              <a:buNone/>
              <a:defRPr sz="2760"/>
            </a:lvl8pPr>
            <a:lvl9pPr indent="-228600" lvl="8" marL="4114800" algn="l">
              <a:lnSpc>
                <a:spcPct val="120000"/>
              </a:lnSpc>
              <a:spcBef>
                <a:spcPts val="1533"/>
              </a:spcBef>
              <a:spcAft>
                <a:spcPts val="0"/>
              </a:spcAft>
              <a:buSzPts val="2760"/>
              <a:buNone/>
              <a:defRPr sz="2760"/>
            </a:lvl9pPr>
          </a:lstStyle>
          <a:p/>
        </p:txBody>
      </p:sp>
      <p:sp>
        <p:nvSpPr>
          <p:cNvPr id="141" name="Google Shape;141;p17"/>
          <p:cNvSpPr txBox="1"/>
          <p:nvPr>
            <p:ph idx="7" type="body"/>
          </p:nvPr>
        </p:nvSpPr>
        <p:spPr>
          <a:xfrm>
            <a:off x="28703874" y="12894782"/>
            <a:ext cx="11882452" cy="1767203"/>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3067"/>
              </a:spcBef>
              <a:spcAft>
                <a:spcPts val="0"/>
              </a:spcAft>
              <a:buSzPts val="6747"/>
              <a:buNone/>
              <a:defRPr b="0" sz="6747">
                <a:solidFill>
                  <a:schemeClr val="dk1"/>
                </a:solidFill>
              </a:defRPr>
            </a:lvl1pPr>
            <a:lvl2pPr indent="-228600" lvl="1" marL="914400" algn="l">
              <a:lnSpc>
                <a:spcPct val="120000"/>
              </a:lnSpc>
              <a:spcBef>
                <a:spcPts val="1533"/>
              </a:spcBef>
              <a:spcAft>
                <a:spcPts val="0"/>
              </a:spcAft>
              <a:buSzPts val="6133"/>
              <a:buNone/>
              <a:defRPr b="1" sz="6133"/>
            </a:lvl2pPr>
            <a:lvl3pPr indent="-228600" lvl="2" marL="1371600" algn="l">
              <a:lnSpc>
                <a:spcPct val="120000"/>
              </a:lnSpc>
              <a:spcBef>
                <a:spcPts val="1533"/>
              </a:spcBef>
              <a:spcAft>
                <a:spcPts val="0"/>
              </a:spcAft>
              <a:buSzPts val="5520"/>
              <a:buNone/>
              <a:defRPr b="1" sz="5520"/>
            </a:lvl3pPr>
            <a:lvl4pPr indent="-228600" lvl="3" marL="1828800" algn="l">
              <a:lnSpc>
                <a:spcPct val="120000"/>
              </a:lnSpc>
              <a:spcBef>
                <a:spcPts val="1533"/>
              </a:spcBef>
              <a:spcAft>
                <a:spcPts val="0"/>
              </a:spcAft>
              <a:buSzPts val="4907"/>
              <a:buNone/>
              <a:defRPr b="1" sz="4907"/>
            </a:lvl4pPr>
            <a:lvl5pPr indent="-228600" lvl="4" marL="2286000" algn="l">
              <a:lnSpc>
                <a:spcPct val="120000"/>
              </a:lnSpc>
              <a:spcBef>
                <a:spcPts val="1533"/>
              </a:spcBef>
              <a:spcAft>
                <a:spcPts val="0"/>
              </a:spcAft>
              <a:buSzPts val="4907"/>
              <a:buNone/>
              <a:defRPr b="1" sz="4907"/>
            </a:lvl5pPr>
            <a:lvl6pPr indent="-228600" lvl="5" marL="2743200" algn="l">
              <a:lnSpc>
                <a:spcPct val="120000"/>
              </a:lnSpc>
              <a:spcBef>
                <a:spcPts val="1533"/>
              </a:spcBef>
              <a:spcAft>
                <a:spcPts val="0"/>
              </a:spcAft>
              <a:buSzPts val="4907"/>
              <a:buNone/>
              <a:defRPr b="1" sz="4907"/>
            </a:lvl6pPr>
            <a:lvl7pPr indent="-228600" lvl="6" marL="3200400" algn="l">
              <a:lnSpc>
                <a:spcPct val="120000"/>
              </a:lnSpc>
              <a:spcBef>
                <a:spcPts val="1533"/>
              </a:spcBef>
              <a:spcAft>
                <a:spcPts val="0"/>
              </a:spcAft>
              <a:buSzPts val="4907"/>
              <a:buNone/>
              <a:defRPr b="1" sz="4907"/>
            </a:lvl7pPr>
            <a:lvl8pPr indent="-228600" lvl="7" marL="3657600" algn="l">
              <a:lnSpc>
                <a:spcPct val="120000"/>
              </a:lnSpc>
              <a:spcBef>
                <a:spcPts val="1533"/>
              </a:spcBef>
              <a:spcAft>
                <a:spcPts val="0"/>
              </a:spcAft>
              <a:buSzPts val="4907"/>
              <a:buNone/>
              <a:defRPr b="1" sz="4907"/>
            </a:lvl8pPr>
            <a:lvl9pPr indent="-228600" lvl="8" marL="4114800" algn="l">
              <a:lnSpc>
                <a:spcPct val="120000"/>
              </a:lnSpc>
              <a:spcBef>
                <a:spcPts val="1533"/>
              </a:spcBef>
              <a:spcAft>
                <a:spcPts val="0"/>
              </a:spcAft>
              <a:buSzPts val="4907"/>
              <a:buNone/>
              <a:defRPr b="1" sz="4907"/>
            </a:lvl9pPr>
          </a:lstStyle>
          <a:p/>
        </p:txBody>
      </p:sp>
      <p:sp>
        <p:nvSpPr>
          <p:cNvPr id="142" name="Google Shape;142;p17"/>
          <p:cNvSpPr/>
          <p:nvPr>
            <p:ph idx="8" type="pic"/>
          </p:nvPr>
        </p:nvSpPr>
        <p:spPr>
          <a:xfrm>
            <a:off x="28703873" y="7259085"/>
            <a:ext cx="11897741" cy="4673600"/>
          </a:xfrm>
          <a:prstGeom prst="roundRect">
            <a:avLst>
              <a:gd fmla="val 8841" name="adj"/>
            </a:avLst>
          </a:prstGeom>
          <a:noFill/>
          <a:ln cap="sq" cmpd="sng" w="82550">
            <a:solidFill>
              <a:srgbClr val="EAEAEA"/>
            </a:solidFill>
            <a:prstDash val="solid"/>
            <a:miter lim="800000"/>
            <a:headEnd len="sm" w="sm" type="none"/>
            <a:tailEnd len="sm" w="sm" type="none"/>
          </a:ln>
        </p:spPr>
      </p:sp>
      <p:sp>
        <p:nvSpPr>
          <p:cNvPr id="143" name="Google Shape;143;p17"/>
          <p:cNvSpPr txBox="1"/>
          <p:nvPr>
            <p:ph idx="9" type="body"/>
          </p:nvPr>
        </p:nvSpPr>
        <p:spPr>
          <a:xfrm>
            <a:off x="28703425" y="14661974"/>
            <a:ext cx="11898191" cy="3097704"/>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3067"/>
              </a:spcBef>
              <a:spcAft>
                <a:spcPts val="0"/>
              </a:spcAft>
              <a:buSzPts val="4293"/>
              <a:buNone/>
              <a:defRPr sz="4293"/>
            </a:lvl1pPr>
            <a:lvl2pPr indent="-228600" lvl="1" marL="914400" algn="l">
              <a:lnSpc>
                <a:spcPct val="120000"/>
              </a:lnSpc>
              <a:spcBef>
                <a:spcPts val="1533"/>
              </a:spcBef>
              <a:spcAft>
                <a:spcPts val="0"/>
              </a:spcAft>
              <a:buSzPts val="3680"/>
              <a:buNone/>
              <a:defRPr sz="3680"/>
            </a:lvl2pPr>
            <a:lvl3pPr indent="-228600" lvl="2" marL="1371600" algn="l">
              <a:lnSpc>
                <a:spcPct val="120000"/>
              </a:lnSpc>
              <a:spcBef>
                <a:spcPts val="1533"/>
              </a:spcBef>
              <a:spcAft>
                <a:spcPts val="0"/>
              </a:spcAft>
              <a:buSzPts val="3067"/>
              <a:buNone/>
              <a:defRPr sz="3067"/>
            </a:lvl3pPr>
            <a:lvl4pPr indent="-228600" lvl="3" marL="1828800" algn="l">
              <a:lnSpc>
                <a:spcPct val="120000"/>
              </a:lnSpc>
              <a:spcBef>
                <a:spcPts val="1533"/>
              </a:spcBef>
              <a:spcAft>
                <a:spcPts val="0"/>
              </a:spcAft>
              <a:buSzPts val="2760"/>
              <a:buNone/>
              <a:defRPr sz="2760"/>
            </a:lvl4pPr>
            <a:lvl5pPr indent="-228600" lvl="4" marL="2286000" algn="l">
              <a:lnSpc>
                <a:spcPct val="120000"/>
              </a:lnSpc>
              <a:spcBef>
                <a:spcPts val="1533"/>
              </a:spcBef>
              <a:spcAft>
                <a:spcPts val="0"/>
              </a:spcAft>
              <a:buSzPts val="2760"/>
              <a:buNone/>
              <a:defRPr sz="2760"/>
            </a:lvl5pPr>
            <a:lvl6pPr indent="-228600" lvl="5" marL="2743200" algn="l">
              <a:lnSpc>
                <a:spcPct val="120000"/>
              </a:lnSpc>
              <a:spcBef>
                <a:spcPts val="1533"/>
              </a:spcBef>
              <a:spcAft>
                <a:spcPts val="0"/>
              </a:spcAft>
              <a:buSzPts val="2760"/>
              <a:buNone/>
              <a:defRPr sz="2760"/>
            </a:lvl6pPr>
            <a:lvl7pPr indent="-228600" lvl="6" marL="3200400" algn="l">
              <a:lnSpc>
                <a:spcPct val="120000"/>
              </a:lnSpc>
              <a:spcBef>
                <a:spcPts val="1533"/>
              </a:spcBef>
              <a:spcAft>
                <a:spcPts val="0"/>
              </a:spcAft>
              <a:buSzPts val="2760"/>
              <a:buNone/>
              <a:defRPr sz="2760"/>
            </a:lvl7pPr>
            <a:lvl8pPr indent="-228600" lvl="7" marL="3657600" algn="l">
              <a:lnSpc>
                <a:spcPct val="120000"/>
              </a:lnSpc>
              <a:spcBef>
                <a:spcPts val="1533"/>
              </a:spcBef>
              <a:spcAft>
                <a:spcPts val="0"/>
              </a:spcAft>
              <a:buSzPts val="2760"/>
              <a:buNone/>
              <a:defRPr sz="2760"/>
            </a:lvl8pPr>
            <a:lvl9pPr indent="-228600" lvl="8" marL="4114800" algn="l">
              <a:lnSpc>
                <a:spcPct val="120000"/>
              </a:lnSpc>
              <a:spcBef>
                <a:spcPts val="1533"/>
              </a:spcBef>
              <a:spcAft>
                <a:spcPts val="0"/>
              </a:spcAft>
              <a:buSzPts val="2760"/>
              <a:buNone/>
              <a:defRPr sz="2760"/>
            </a:lvl9pPr>
          </a:lstStyle>
          <a:p/>
        </p:txBody>
      </p:sp>
      <p:sp>
        <p:nvSpPr>
          <p:cNvPr id="144" name="Google Shape;144;p17"/>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17"/>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17"/>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pic>
        <p:nvPicPr>
          <p:cNvPr descr="Droplets-HD-Content-R1d.png" id="148" name="Google Shape;148;p18"/>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149" name="Google Shape;149;p18"/>
          <p:cNvSpPr txBox="1"/>
          <p:nvPr>
            <p:ph type="title"/>
          </p:nvPr>
        </p:nvSpPr>
        <p:spPr>
          <a:xfrm>
            <a:off x="3289592" y="1896787"/>
            <a:ext cx="37312024" cy="489494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rot="5400000">
            <a:off x="16695306" y="-6146629"/>
            <a:ext cx="10500595" cy="3731202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067"/>
              </a:spcBef>
              <a:spcAft>
                <a:spcPts val="0"/>
              </a:spcAft>
              <a:buSzPts val="1800"/>
              <a:buChar char="•"/>
              <a:defRPr/>
            </a:lvl1pPr>
            <a:lvl2pPr indent="-342900" lvl="1" marL="914400" algn="l">
              <a:lnSpc>
                <a:spcPct val="120000"/>
              </a:lnSpc>
              <a:spcBef>
                <a:spcPts val="1533"/>
              </a:spcBef>
              <a:spcAft>
                <a:spcPts val="0"/>
              </a:spcAft>
              <a:buSzPts val="1800"/>
              <a:buChar char="•"/>
              <a:defRPr/>
            </a:lvl2pPr>
            <a:lvl3pPr indent="-342900" lvl="2" marL="1371600" algn="l">
              <a:lnSpc>
                <a:spcPct val="120000"/>
              </a:lnSpc>
              <a:spcBef>
                <a:spcPts val="1533"/>
              </a:spcBef>
              <a:spcAft>
                <a:spcPts val="0"/>
              </a:spcAft>
              <a:buSzPts val="1800"/>
              <a:buChar char="•"/>
              <a:defRPr/>
            </a:lvl3pPr>
            <a:lvl4pPr indent="-342900" lvl="3" marL="1828800" algn="l">
              <a:lnSpc>
                <a:spcPct val="120000"/>
              </a:lnSpc>
              <a:spcBef>
                <a:spcPts val="1533"/>
              </a:spcBef>
              <a:spcAft>
                <a:spcPts val="0"/>
              </a:spcAft>
              <a:buSzPts val="1800"/>
              <a:buChar char="•"/>
              <a:defRPr/>
            </a:lvl4pPr>
            <a:lvl5pPr indent="-342900" lvl="4" marL="2286000" algn="l">
              <a:lnSpc>
                <a:spcPct val="120000"/>
              </a:lnSpc>
              <a:spcBef>
                <a:spcPts val="1533"/>
              </a:spcBef>
              <a:spcAft>
                <a:spcPts val="0"/>
              </a:spcAft>
              <a:buSzPts val="1800"/>
              <a:buChar char="•"/>
              <a:defRPr/>
            </a:lvl5pPr>
            <a:lvl6pPr indent="-342900" lvl="5" marL="2743200" algn="l">
              <a:lnSpc>
                <a:spcPct val="120000"/>
              </a:lnSpc>
              <a:spcBef>
                <a:spcPts val="1533"/>
              </a:spcBef>
              <a:spcAft>
                <a:spcPts val="0"/>
              </a:spcAft>
              <a:buSzPts val="1800"/>
              <a:buChar char="•"/>
              <a:defRPr/>
            </a:lvl6pPr>
            <a:lvl7pPr indent="-342900" lvl="6" marL="3200400" algn="l">
              <a:lnSpc>
                <a:spcPct val="120000"/>
              </a:lnSpc>
              <a:spcBef>
                <a:spcPts val="1533"/>
              </a:spcBef>
              <a:spcAft>
                <a:spcPts val="0"/>
              </a:spcAft>
              <a:buSzPts val="1800"/>
              <a:buChar char="•"/>
              <a:defRPr/>
            </a:lvl7pPr>
            <a:lvl8pPr indent="-342900" lvl="7" marL="3657600" algn="l">
              <a:lnSpc>
                <a:spcPct val="120000"/>
              </a:lnSpc>
              <a:spcBef>
                <a:spcPts val="1533"/>
              </a:spcBef>
              <a:spcAft>
                <a:spcPts val="0"/>
              </a:spcAft>
              <a:buSzPts val="1800"/>
              <a:buChar char="•"/>
              <a:defRPr/>
            </a:lvl8pPr>
            <a:lvl9pPr indent="-342900" lvl="8" marL="4114800" algn="l">
              <a:lnSpc>
                <a:spcPct val="120000"/>
              </a:lnSpc>
              <a:spcBef>
                <a:spcPts val="1533"/>
              </a:spcBef>
              <a:spcAft>
                <a:spcPts val="0"/>
              </a:spcAft>
              <a:buSzPts val="1800"/>
              <a:buChar char="•"/>
              <a:defRPr/>
            </a:lvl9pPr>
          </a:lstStyle>
          <a:p/>
        </p:txBody>
      </p:sp>
      <p:sp>
        <p:nvSpPr>
          <p:cNvPr id="151" name="Google Shape;151;p18"/>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18"/>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18"/>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pic>
        <p:nvPicPr>
          <p:cNvPr descr="Droplets-HD-Content-R1d.png" id="155" name="Google Shape;155;p19"/>
          <p:cNvPicPr preferRelativeResize="0"/>
          <p:nvPr/>
        </p:nvPicPr>
        <p:blipFill rotWithShape="1">
          <a:blip r:embed="rId2">
            <a:alphaModFix/>
          </a:blip>
          <a:srcRect b="0" l="0" r="0" t="0"/>
          <a:stretch/>
        </p:blipFill>
        <p:spPr>
          <a:xfrm>
            <a:off x="0" y="0"/>
            <a:ext cx="43891200" cy="21031200"/>
          </a:xfrm>
          <a:prstGeom prst="rect">
            <a:avLst/>
          </a:prstGeom>
          <a:noFill/>
          <a:ln>
            <a:noFill/>
          </a:ln>
        </p:spPr>
      </p:pic>
      <p:sp>
        <p:nvSpPr>
          <p:cNvPr id="156" name="Google Shape;156;p19"/>
          <p:cNvSpPr txBox="1"/>
          <p:nvPr>
            <p:ph type="title"/>
          </p:nvPr>
        </p:nvSpPr>
        <p:spPr>
          <a:xfrm rot="5400000">
            <a:off x="28060509" y="5218577"/>
            <a:ext cx="15890237" cy="919197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1040"/>
              <a:buFont typeface="Twentieth Centur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19"/>
          <p:cNvSpPr txBox="1"/>
          <p:nvPr>
            <p:ph idx="1" type="body"/>
          </p:nvPr>
        </p:nvSpPr>
        <p:spPr>
          <a:xfrm rot="5400000">
            <a:off x="9130175" y="-3971139"/>
            <a:ext cx="15890237" cy="2757140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3067"/>
              </a:spcBef>
              <a:spcAft>
                <a:spcPts val="0"/>
              </a:spcAft>
              <a:buSzPts val="1800"/>
              <a:buChar char="•"/>
              <a:defRPr/>
            </a:lvl1pPr>
            <a:lvl2pPr indent="-342900" lvl="1" marL="914400" algn="l">
              <a:lnSpc>
                <a:spcPct val="120000"/>
              </a:lnSpc>
              <a:spcBef>
                <a:spcPts val="1533"/>
              </a:spcBef>
              <a:spcAft>
                <a:spcPts val="0"/>
              </a:spcAft>
              <a:buSzPts val="1800"/>
              <a:buChar char="•"/>
              <a:defRPr/>
            </a:lvl2pPr>
            <a:lvl3pPr indent="-342900" lvl="2" marL="1371600" algn="l">
              <a:lnSpc>
                <a:spcPct val="120000"/>
              </a:lnSpc>
              <a:spcBef>
                <a:spcPts val="1533"/>
              </a:spcBef>
              <a:spcAft>
                <a:spcPts val="0"/>
              </a:spcAft>
              <a:buSzPts val="1800"/>
              <a:buChar char="•"/>
              <a:defRPr/>
            </a:lvl3pPr>
            <a:lvl4pPr indent="-342900" lvl="3" marL="1828800" algn="l">
              <a:lnSpc>
                <a:spcPct val="120000"/>
              </a:lnSpc>
              <a:spcBef>
                <a:spcPts val="1533"/>
              </a:spcBef>
              <a:spcAft>
                <a:spcPts val="0"/>
              </a:spcAft>
              <a:buSzPts val="1800"/>
              <a:buChar char="•"/>
              <a:defRPr/>
            </a:lvl4pPr>
            <a:lvl5pPr indent="-342900" lvl="4" marL="2286000" algn="l">
              <a:lnSpc>
                <a:spcPct val="120000"/>
              </a:lnSpc>
              <a:spcBef>
                <a:spcPts val="1533"/>
              </a:spcBef>
              <a:spcAft>
                <a:spcPts val="0"/>
              </a:spcAft>
              <a:buSzPts val="1800"/>
              <a:buChar char="•"/>
              <a:defRPr/>
            </a:lvl5pPr>
            <a:lvl6pPr indent="-342900" lvl="5" marL="2743200" algn="l">
              <a:lnSpc>
                <a:spcPct val="120000"/>
              </a:lnSpc>
              <a:spcBef>
                <a:spcPts val="1533"/>
              </a:spcBef>
              <a:spcAft>
                <a:spcPts val="0"/>
              </a:spcAft>
              <a:buSzPts val="1800"/>
              <a:buChar char="•"/>
              <a:defRPr/>
            </a:lvl6pPr>
            <a:lvl7pPr indent="-342900" lvl="6" marL="3200400" algn="l">
              <a:lnSpc>
                <a:spcPct val="120000"/>
              </a:lnSpc>
              <a:spcBef>
                <a:spcPts val="1533"/>
              </a:spcBef>
              <a:spcAft>
                <a:spcPts val="0"/>
              </a:spcAft>
              <a:buSzPts val="1800"/>
              <a:buChar char="•"/>
              <a:defRPr/>
            </a:lvl7pPr>
            <a:lvl8pPr indent="-342900" lvl="7" marL="3657600" algn="l">
              <a:lnSpc>
                <a:spcPct val="120000"/>
              </a:lnSpc>
              <a:spcBef>
                <a:spcPts val="1533"/>
              </a:spcBef>
              <a:spcAft>
                <a:spcPts val="0"/>
              </a:spcAft>
              <a:buSzPts val="1800"/>
              <a:buChar char="•"/>
              <a:defRPr/>
            </a:lvl8pPr>
            <a:lvl9pPr indent="-342900" lvl="8" marL="4114800" algn="l">
              <a:lnSpc>
                <a:spcPct val="120000"/>
              </a:lnSpc>
              <a:spcBef>
                <a:spcPts val="1533"/>
              </a:spcBef>
              <a:spcAft>
                <a:spcPts val="0"/>
              </a:spcAft>
              <a:buSzPts val="1800"/>
              <a:buChar char="•"/>
              <a:defRPr/>
            </a:lvl9pPr>
          </a:lstStyle>
          <a:p/>
        </p:txBody>
      </p:sp>
      <p:sp>
        <p:nvSpPr>
          <p:cNvPr id="158" name="Google Shape;158;p19"/>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9"/>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19"/>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B7B7B7"/>
            </a:gs>
          </a:gsLst>
          <a:lin ang="5400000" scaled="0"/>
        </a:gradFill>
      </p:bgPr>
    </p:bg>
    <p:spTree>
      <p:nvGrpSpPr>
        <p:cNvPr id="5" name="Shape 5"/>
        <p:cNvGrpSpPr/>
        <p:nvPr/>
      </p:nvGrpSpPr>
      <p:grpSpPr>
        <a:xfrm>
          <a:off x="0" y="0"/>
          <a:ext cx="0" cy="0"/>
          <a:chOff x="0" y="0"/>
          <a:chExt cx="0" cy="0"/>
        </a:xfrm>
      </p:grpSpPr>
      <p:pic>
        <p:nvPicPr>
          <p:cNvPr descr="\\DROBO-FS\QuickDrops\JB\PPTX NG\Droplets\LightingOverlay.png" id="6" name="Google Shape;6;p1"/>
          <p:cNvPicPr preferRelativeResize="0"/>
          <p:nvPr/>
        </p:nvPicPr>
        <p:blipFill rotWithShape="1">
          <a:blip r:embed="rId1">
            <a:alphaModFix/>
          </a:blip>
          <a:srcRect b="0" l="0" r="0" t="0"/>
          <a:stretch/>
        </p:blipFill>
        <p:spPr>
          <a:xfrm>
            <a:off x="2" y="-2"/>
            <a:ext cx="43891211" cy="21031203"/>
          </a:xfrm>
          <a:prstGeom prst="rect">
            <a:avLst/>
          </a:prstGeom>
          <a:noFill/>
          <a:ln>
            <a:noFill/>
          </a:ln>
        </p:spPr>
      </p:pic>
      <p:sp>
        <p:nvSpPr>
          <p:cNvPr id="7" name="Google Shape;7;p1"/>
          <p:cNvSpPr txBox="1"/>
          <p:nvPr>
            <p:ph type="title"/>
          </p:nvPr>
        </p:nvSpPr>
        <p:spPr>
          <a:xfrm>
            <a:off x="3289592" y="1896787"/>
            <a:ext cx="37312024" cy="4894943"/>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11040"/>
              <a:buFont typeface="Twentieth Century"/>
              <a:buNone/>
              <a:defRPr b="0" i="0" sz="11040" u="none" cap="none" strike="noStrike">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3289590" y="7259087"/>
            <a:ext cx="37312027" cy="10500595"/>
          </a:xfrm>
          <a:prstGeom prst="rect">
            <a:avLst/>
          </a:prstGeom>
          <a:noFill/>
          <a:ln>
            <a:noFill/>
          </a:ln>
        </p:spPr>
        <p:txBody>
          <a:bodyPr anchorCtr="0" anchor="t" bIns="45700" lIns="91425" spcFirstLastPara="1" rIns="91425" wrap="square" tIns="45700">
            <a:normAutofit/>
          </a:bodyPr>
          <a:lstStyle>
            <a:lvl1pPr indent="-618046" lvl="0" marL="457200" marR="0" rtl="0" algn="l">
              <a:lnSpc>
                <a:spcPct val="120000"/>
              </a:lnSpc>
              <a:spcBef>
                <a:spcPts val="3067"/>
              </a:spcBef>
              <a:spcAft>
                <a:spcPts val="0"/>
              </a:spcAft>
              <a:buClr>
                <a:schemeClr val="dk1"/>
              </a:buClr>
              <a:buSzPts val="6133"/>
              <a:buFont typeface="Arial"/>
              <a:buChar char="•"/>
              <a:defRPr b="0" i="0" sz="6133" u="none" cap="none" strike="noStrike">
                <a:solidFill>
                  <a:schemeClr val="dk1"/>
                </a:solidFill>
                <a:latin typeface="Twentieth Century"/>
                <a:ea typeface="Twentieth Century"/>
                <a:cs typeface="Twentieth Century"/>
                <a:sym typeface="Twentieth Century"/>
              </a:defRPr>
            </a:lvl1pPr>
            <a:lvl2pPr indent="-579120" lvl="1" marL="914400" marR="0" rtl="0" algn="l">
              <a:lnSpc>
                <a:spcPct val="120000"/>
              </a:lnSpc>
              <a:spcBef>
                <a:spcPts val="1533"/>
              </a:spcBef>
              <a:spcAft>
                <a:spcPts val="0"/>
              </a:spcAft>
              <a:buClr>
                <a:schemeClr val="dk1"/>
              </a:buClr>
              <a:buSzPts val="5520"/>
              <a:buFont typeface="Arial"/>
              <a:buChar char="•"/>
              <a:defRPr b="0" i="0" sz="5520" u="none" cap="none" strike="noStrike">
                <a:solidFill>
                  <a:schemeClr val="dk1"/>
                </a:solidFill>
                <a:latin typeface="Twentieth Century"/>
                <a:ea typeface="Twentieth Century"/>
                <a:cs typeface="Twentieth Century"/>
                <a:sym typeface="Twentieth Century"/>
              </a:defRPr>
            </a:lvl2pPr>
            <a:lvl3pPr indent="-540195" lvl="2" marL="1371600" marR="0" rtl="0" algn="l">
              <a:lnSpc>
                <a:spcPct val="120000"/>
              </a:lnSpc>
              <a:spcBef>
                <a:spcPts val="1533"/>
              </a:spcBef>
              <a:spcAft>
                <a:spcPts val="0"/>
              </a:spcAft>
              <a:buClr>
                <a:schemeClr val="dk1"/>
              </a:buClr>
              <a:buSzPts val="4907"/>
              <a:buFont typeface="Arial"/>
              <a:buChar char="•"/>
              <a:defRPr b="0" i="0" sz="4907" u="none" cap="none" strike="noStrike">
                <a:solidFill>
                  <a:schemeClr val="dk1"/>
                </a:solidFill>
                <a:latin typeface="Twentieth Century"/>
                <a:ea typeface="Twentieth Century"/>
                <a:cs typeface="Twentieth Century"/>
                <a:sym typeface="Twentieth Century"/>
              </a:defRPr>
            </a:lvl3pPr>
            <a:lvl4pPr indent="-501205" lvl="3" marL="1828800" marR="0" rtl="0" algn="l">
              <a:lnSpc>
                <a:spcPct val="120000"/>
              </a:lnSpc>
              <a:spcBef>
                <a:spcPts val="1533"/>
              </a:spcBef>
              <a:spcAft>
                <a:spcPts val="0"/>
              </a:spcAft>
              <a:buClr>
                <a:schemeClr val="dk1"/>
              </a:buClr>
              <a:buSzPts val="4293"/>
              <a:buFont typeface="Arial"/>
              <a:buChar char="•"/>
              <a:defRPr b="0" i="0" sz="4293" u="none" cap="none" strike="noStrike">
                <a:solidFill>
                  <a:schemeClr val="dk1"/>
                </a:solidFill>
                <a:latin typeface="Twentieth Century"/>
                <a:ea typeface="Twentieth Century"/>
                <a:cs typeface="Twentieth Century"/>
                <a:sym typeface="Twentieth Century"/>
              </a:defRPr>
            </a:lvl4pPr>
            <a:lvl5pPr indent="-501205" lvl="4" marL="2286000" marR="0" rtl="0" algn="l">
              <a:lnSpc>
                <a:spcPct val="120000"/>
              </a:lnSpc>
              <a:spcBef>
                <a:spcPts val="1533"/>
              </a:spcBef>
              <a:spcAft>
                <a:spcPts val="0"/>
              </a:spcAft>
              <a:buClr>
                <a:schemeClr val="dk1"/>
              </a:buClr>
              <a:buSzPts val="4293"/>
              <a:buFont typeface="Arial"/>
              <a:buChar char="•"/>
              <a:defRPr b="0" i="0" sz="4293" u="none" cap="none" strike="noStrike">
                <a:solidFill>
                  <a:schemeClr val="dk1"/>
                </a:solidFill>
                <a:latin typeface="Twentieth Century"/>
                <a:ea typeface="Twentieth Century"/>
                <a:cs typeface="Twentieth Century"/>
                <a:sym typeface="Twentieth Century"/>
              </a:defRPr>
            </a:lvl5pPr>
            <a:lvl6pPr indent="-501205" lvl="5" marL="2743200" marR="0" rtl="0" algn="l">
              <a:lnSpc>
                <a:spcPct val="120000"/>
              </a:lnSpc>
              <a:spcBef>
                <a:spcPts val="1533"/>
              </a:spcBef>
              <a:spcAft>
                <a:spcPts val="0"/>
              </a:spcAft>
              <a:buClr>
                <a:schemeClr val="dk1"/>
              </a:buClr>
              <a:buSzPts val="4293"/>
              <a:buFont typeface="Arial"/>
              <a:buChar char="•"/>
              <a:defRPr b="0" i="0" sz="4293" u="none" cap="none" strike="noStrike">
                <a:solidFill>
                  <a:schemeClr val="dk1"/>
                </a:solidFill>
                <a:latin typeface="Twentieth Century"/>
                <a:ea typeface="Twentieth Century"/>
                <a:cs typeface="Twentieth Century"/>
                <a:sym typeface="Twentieth Century"/>
              </a:defRPr>
            </a:lvl6pPr>
            <a:lvl7pPr indent="-501205" lvl="6" marL="3200400" marR="0" rtl="0" algn="l">
              <a:lnSpc>
                <a:spcPct val="120000"/>
              </a:lnSpc>
              <a:spcBef>
                <a:spcPts val="1533"/>
              </a:spcBef>
              <a:spcAft>
                <a:spcPts val="0"/>
              </a:spcAft>
              <a:buClr>
                <a:schemeClr val="dk1"/>
              </a:buClr>
              <a:buSzPts val="4293"/>
              <a:buFont typeface="Arial"/>
              <a:buChar char="•"/>
              <a:defRPr b="0" i="0" sz="4293" u="none" cap="none" strike="noStrike">
                <a:solidFill>
                  <a:schemeClr val="dk1"/>
                </a:solidFill>
                <a:latin typeface="Twentieth Century"/>
                <a:ea typeface="Twentieth Century"/>
                <a:cs typeface="Twentieth Century"/>
                <a:sym typeface="Twentieth Century"/>
              </a:defRPr>
            </a:lvl7pPr>
            <a:lvl8pPr indent="-501205" lvl="7" marL="3657600" marR="0" rtl="0" algn="l">
              <a:lnSpc>
                <a:spcPct val="120000"/>
              </a:lnSpc>
              <a:spcBef>
                <a:spcPts val="1533"/>
              </a:spcBef>
              <a:spcAft>
                <a:spcPts val="0"/>
              </a:spcAft>
              <a:buClr>
                <a:schemeClr val="dk1"/>
              </a:buClr>
              <a:buSzPts val="4293"/>
              <a:buFont typeface="Arial"/>
              <a:buChar char="•"/>
              <a:defRPr b="0" i="0" sz="4293" u="none" cap="none" strike="noStrike">
                <a:solidFill>
                  <a:schemeClr val="dk1"/>
                </a:solidFill>
                <a:latin typeface="Twentieth Century"/>
                <a:ea typeface="Twentieth Century"/>
                <a:cs typeface="Twentieth Century"/>
                <a:sym typeface="Twentieth Century"/>
              </a:defRPr>
            </a:lvl8pPr>
            <a:lvl9pPr indent="-501205" lvl="8" marL="4114800" marR="0" rtl="0" algn="l">
              <a:lnSpc>
                <a:spcPct val="120000"/>
              </a:lnSpc>
              <a:spcBef>
                <a:spcPts val="1533"/>
              </a:spcBef>
              <a:spcAft>
                <a:spcPts val="0"/>
              </a:spcAft>
              <a:buClr>
                <a:schemeClr val="dk1"/>
              </a:buClr>
              <a:buSzPts val="4293"/>
              <a:buFont typeface="Arial"/>
              <a:buChar char="•"/>
              <a:defRPr b="0" i="0" sz="4293" u="none" cap="none" strike="noStrike">
                <a:solidFill>
                  <a:schemeClr val="dk1"/>
                </a:solidFill>
                <a:latin typeface="Twentieth Century"/>
                <a:ea typeface="Twentieth Century"/>
                <a:cs typeface="Twentieth Century"/>
                <a:sym typeface="Twentieth Century"/>
              </a:defRPr>
            </a:lvl9pPr>
          </a:lstStyle>
          <a:p/>
        </p:txBody>
      </p:sp>
      <p:sp>
        <p:nvSpPr>
          <p:cNvPr id="9" name="Google Shape;9;p1"/>
          <p:cNvSpPr txBox="1"/>
          <p:nvPr>
            <p:ph idx="10" type="dt"/>
          </p:nvPr>
        </p:nvSpPr>
        <p:spPr>
          <a:xfrm>
            <a:off x="27643453" y="18042045"/>
            <a:ext cx="9875520" cy="1119717"/>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3067" u="none" cap="none" strike="noStrike">
                <a:solidFill>
                  <a:schemeClr val="dk1"/>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0" name="Google Shape;10;p1"/>
          <p:cNvSpPr txBox="1"/>
          <p:nvPr>
            <p:ph idx="11" type="ftr"/>
          </p:nvPr>
        </p:nvSpPr>
        <p:spPr>
          <a:xfrm>
            <a:off x="3289588" y="18042045"/>
            <a:ext cx="24022393" cy="111971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067" u="none" cap="none" strike="noStrike">
                <a:solidFill>
                  <a:schemeClr val="dk1"/>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1" name="Google Shape;11;p1"/>
          <p:cNvSpPr txBox="1"/>
          <p:nvPr>
            <p:ph idx="12" type="sldNum"/>
          </p:nvPr>
        </p:nvSpPr>
        <p:spPr>
          <a:xfrm>
            <a:off x="37850441" y="18042045"/>
            <a:ext cx="2751174" cy="1119717"/>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3067" u="none" cap="none" strike="noStrike">
                <a:solidFill>
                  <a:schemeClr val="dk1"/>
                </a:solidFill>
                <a:latin typeface="Twentieth Century"/>
                <a:ea typeface="Twentieth Century"/>
                <a:cs typeface="Twentieth Century"/>
                <a:sym typeface="Twentieth Century"/>
              </a:defRPr>
            </a:lvl1pPr>
            <a:lvl2pPr indent="0" lvl="1" marL="0" marR="0" rtl="0" algn="r">
              <a:spcBef>
                <a:spcPts val="0"/>
              </a:spcBef>
              <a:buNone/>
              <a:defRPr b="0" i="0" sz="3067" u="none" cap="none" strike="noStrike">
                <a:solidFill>
                  <a:schemeClr val="dk1"/>
                </a:solidFill>
                <a:latin typeface="Twentieth Century"/>
                <a:ea typeface="Twentieth Century"/>
                <a:cs typeface="Twentieth Century"/>
                <a:sym typeface="Twentieth Century"/>
              </a:defRPr>
            </a:lvl2pPr>
            <a:lvl3pPr indent="0" lvl="2" marL="0" marR="0" rtl="0" algn="r">
              <a:spcBef>
                <a:spcPts val="0"/>
              </a:spcBef>
              <a:buNone/>
              <a:defRPr b="0" i="0" sz="3067" u="none" cap="none" strike="noStrike">
                <a:solidFill>
                  <a:schemeClr val="dk1"/>
                </a:solidFill>
                <a:latin typeface="Twentieth Century"/>
                <a:ea typeface="Twentieth Century"/>
                <a:cs typeface="Twentieth Century"/>
                <a:sym typeface="Twentieth Century"/>
              </a:defRPr>
            </a:lvl3pPr>
            <a:lvl4pPr indent="0" lvl="3" marL="0" marR="0" rtl="0" algn="r">
              <a:spcBef>
                <a:spcPts val="0"/>
              </a:spcBef>
              <a:buNone/>
              <a:defRPr b="0" i="0" sz="3067" u="none" cap="none" strike="noStrike">
                <a:solidFill>
                  <a:schemeClr val="dk1"/>
                </a:solidFill>
                <a:latin typeface="Twentieth Century"/>
                <a:ea typeface="Twentieth Century"/>
                <a:cs typeface="Twentieth Century"/>
                <a:sym typeface="Twentieth Century"/>
              </a:defRPr>
            </a:lvl4pPr>
            <a:lvl5pPr indent="0" lvl="4" marL="0" marR="0" rtl="0" algn="r">
              <a:spcBef>
                <a:spcPts val="0"/>
              </a:spcBef>
              <a:buNone/>
              <a:defRPr b="0" i="0" sz="3067" u="none" cap="none" strike="noStrike">
                <a:solidFill>
                  <a:schemeClr val="dk1"/>
                </a:solidFill>
                <a:latin typeface="Twentieth Century"/>
                <a:ea typeface="Twentieth Century"/>
                <a:cs typeface="Twentieth Century"/>
                <a:sym typeface="Twentieth Century"/>
              </a:defRPr>
            </a:lvl5pPr>
            <a:lvl6pPr indent="0" lvl="5" marL="0" marR="0" rtl="0" algn="r">
              <a:spcBef>
                <a:spcPts val="0"/>
              </a:spcBef>
              <a:buNone/>
              <a:defRPr b="0" i="0" sz="3067" u="none" cap="none" strike="noStrike">
                <a:solidFill>
                  <a:schemeClr val="dk1"/>
                </a:solidFill>
                <a:latin typeface="Twentieth Century"/>
                <a:ea typeface="Twentieth Century"/>
                <a:cs typeface="Twentieth Century"/>
                <a:sym typeface="Twentieth Century"/>
              </a:defRPr>
            </a:lvl6pPr>
            <a:lvl7pPr indent="0" lvl="6" marL="0" marR="0" rtl="0" algn="r">
              <a:spcBef>
                <a:spcPts val="0"/>
              </a:spcBef>
              <a:buNone/>
              <a:defRPr b="0" i="0" sz="3067" u="none" cap="none" strike="noStrike">
                <a:solidFill>
                  <a:schemeClr val="dk1"/>
                </a:solidFill>
                <a:latin typeface="Twentieth Century"/>
                <a:ea typeface="Twentieth Century"/>
                <a:cs typeface="Twentieth Century"/>
                <a:sym typeface="Twentieth Century"/>
              </a:defRPr>
            </a:lvl7pPr>
            <a:lvl8pPr indent="0" lvl="7" marL="0" marR="0" rtl="0" algn="r">
              <a:spcBef>
                <a:spcPts val="0"/>
              </a:spcBef>
              <a:buNone/>
              <a:defRPr b="0" i="0" sz="3067" u="none" cap="none" strike="noStrike">
                <a:solidFill>
                  <a:schemeClr val="dk1"/>
                </a:solidFill>
                <a:latin typeface="Twentieth Century"/>
                <a:ea typeface="Twentieth Century"/>
                <a:cs typeface="Twentieth Century"/>
                <a:sym typeface="Twentieth Century"/>
              </a:defRPr>
            </a:lvl8pPr>
            <a:lvl9pPr indent="0" lvl="8" marL="0" marR="0" rtl="0" algn="r">
              <a:spcBef>
                <a:spcPts val="0"/>
              </a:spcBef>
              <a:buNone/>
              <a:defRPr b="0" i="0" sz="3067"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0"/>
          <p:cNvSpPr txBox="1"/>
          <p:nvPr/>
        </p:nvSpPr>
        <p:spPr>
          <a:xfrm>
            <a:off x="6172200" y="-99114"/>
            <a:ext cx="31546800" cy="1364957"/>
          </a:xfrm>
          <a:prstGeom prst="rect">
            <a:avLst/>
          </a:prstGeom>
          <a:noFill/>
          <a:ln>
            <a:noFill/>
          </a:ln>
        </p:spPr>
        <p:txBody>
          <a:bodyPr anchorCtr="0" anchor="ctr" bIns="281525" lIns="112600" spcFirstLastPara="1" rIns="112600" wrap="square" tIns="281525">
            <a:spAutoFit/>
          </a:bodyPr>
          <a:lstStyle/>
          <a:p>
            <a:pPr indent="0" lvl="0" marL="0" marR="0" rtl="0" algn="ctr">
              <a:spcBef>
                <a:spcPts val="0"/>
              </a:spcBef>
              <a:spcAft>
                <a:spcPts val="0"/>
              </a:spcAft>
              <a:buNone/>
            </a:pPr>
            <a:r>
              <a:rPr b="1" i="0" lang="en-US" sz="5175" u="none" cap="none" strike="noStrike">
                <a:solidFill>
                  <a:srgbClr val="E8EBD5"/>
                </a:solidFill>
                <a:latin typeface="Roboto Light"/>
                <a:ea typeface="Roboto Light"/>
                <a:cs typeface="Roboto Light"/>
                <a:sym typeface="Roboto Light"/>
              </a:rPr>
              <a:t>Template– Replace This Text With Your Title</a:t>
            </a:r>
            <a:endParaRPr/>
          </a:p>
        </p:txBody>
      </p:sp>
      <p:sp>
        <p:nvSpPr>
          <p:cNvPr id="166" name="Google Shape;166;p20"/>
          <p:cNvSpPr txBox="1"/>
          <p:nvPr/>
        </p:nvSpPr>
        <p:spPr>
          <a:xfrm>
            <a:off x="6172200" y="1240589"/>
            <a:ext cx="31546800" cy="1095375"/>
          </a:xfrm>
          <a:prstGeom prst="rect">
            <a:avLst/>
          </a:prstGeom>
          <a:noFill/>
          <a:ln>
            <a:noFill/>
          </a:ln>
        </p:spPr>
        <p:txBody>
          <a:bodyPr anchorCtr="0" anchor="ctr" bIns="112600" lIns="112600" spcFirstLastPara="1" rIns="112600" wrap="square" tIns="112600">
            <a:noAutofit/>
          </a:bodyPr>
          <a:lstStyle/>
          <a:p>
            <a:pPr indent="0" lvl="0" marL="0" marR="0" rtl="0" algn="ctr">
              <a:spcBef>
                <a:spcPts val="0"/>
              </a:spcBef>
              <a:spcAft>
                <a:spcPts val="0"/>
              </a:spcAft>
              <a:buNone/>
            </a:pPr>
            <a:r>
              <a:rPr b="0" i="0" lang="en-US" sz="3450" u="none" cap="none" strike="noStrike">
                <a:solidFill>
                  <a:srgbClr val="E8EBD5"/>
                </a:solidFill>
                <a:latin typeface="Twentieth Century"/>
                <a:ea typeface="Twentieth Century"/>
                <a:cs typeface="Twentieth Century"/>
                <a:sym typeface="Twentieth Century"/>
              </a:rPr>
              <a:t>John Smith, MD</a:t>
            </a:r>
            <a:r>
              <a:rPr b="0" baseline="30000" i="0" lang="en-US" sz="3450" u="none" cap="none" strike="noStrike">
                <a:solidFill>
                  <a:srgbClr val="E8EBD5"/>
                </a:solidFill>
                <a:latin typeface="Twentieth Century"/>
                <a:ea typeface="Twentieth Century"/>
                <a:cs typeface="Twentieth Century"/>
                <a:sym typeface="Twentieth Century"/>
              </a:rPr>
              <a:t>1</a:t>
            </a:r>
            <a:r>
              <a:rPr b="0" i="0" lang="en-US" sz="3450" u="none" cap="none" strike="noStrike">
                <a:solidFill>
                  <a:srgbClr val="E8EBD5"/>
                </a:solidFill>
                <a:latin typeface="Twentieth Century"/>
                <a:ea typeface="Twentieth Century"/>
                <a:cs typeface="Twentieth Century"/>
                <a:sym typeface="Twentieth Century"/>
              </a:rPr>
              <a:t>; Jane Doe, PhD</a:t>
            </a:r>
            <a:r>
              <a:rPr b="0" baseline="30000" i="0" lang="en-US" sz="3450" u="none" cap="none" strike="noStrike">
                <a:solidFill>
                  <a:srgbClr val="E8EBD5"/>
                </a:solidFill>
                <a:latin typeface="Twentieth Century"/>
                <a:ea typeface="Twentieth Century"/>
                <a:cs typeface="Twentieth Century"/>
                <a:sym typeface="Twentieth Century"/>
              </a:rPr>
              <a:t>2</a:t>
            </a:r>
            <a:r>
              <a:rPr b="0" i="0" lang="en-US" sz="3450" u="none" cap="none" strike="noStrike">
                <a:solidFill>
                  <a:srgbClr val="E8EBD5"/>
                </a:solidFill>
                <a:latin typeface="Twentieth Century"/>
                <a:ea typeface="Twentieth Century"/>
                <a:cs typeface="Twentieth Century"/>
                <a:sym typeface="Twentieth Century"/>
              </a:rPr>
              <a:t>; Frederick Jones, MD, PhD</a:t>
            </a:r>
            <a:r>
              <a:rPr b="0" baseline="30000" i="0" lang="en-US" sz="3450" u="none" cap="none" strike="noStrike">
                <a:solidFill>
                  <a:srgbClr val="E8EBD5"/>
                </a:solidFill>
                <a:latin typeface="Twentieth Century"/>
                <a:ea typeface="Twentieth Century"/>
                <a:cs typeface="Twentieth Century"/>
                <a:sym typeface="Twentieth Century"/>
              </a:rPr>
              <a:t>1,2</a:t>
            </a:r>
            <a:endParaRPr/>
          </a:p>
          <a:p>
            <a:pPr indent="0" lvl="0" marL="0" marR="0" rtl="0" algn="ctr">
              <a:spcBef>
                <a:spcPts val="0"/>
              </a:spcBef>
              <a:spcAft>
                <a:spcPts val="0"/>
              </a:spcAft>
              <a:buNone/>
            </a:pPr>
            <a:r>
              <a:rPr b="0" baseline="30000" i="0" lang="en-US" sz="3450" u="none" cap="none" strike="noStrike">
                <a:solidFill>
                  <a:srgbClr val="E8EBD5"/>
                </a:solidFill>
                <a:latin typeface="Twentieth Century"/>
                <a:ea typeface="Twentieth Century"/>
                <a:cs typeface="Twentieth Century"/>
                <a:sym typeface="Twentieth Century"/>
              </a:rPr>
              <a:t>1</a:t>
            </a:r>
            <a:r>
              <a:rPr b="0" i="0" lang="en-US" sz="3450" u="none" cap="none" strike="noStrike">
                <a:solidFill>
                  <a:srgbClr val="E8EBD5"/>
                </a:solidFill>
                <a:latin typeface="Twentieth Century"/>
                <a:ea typeface="Twentieth Century"/>
                <a:cs typeface="Twentieth Century"/>
                <a:sym typeface="Twentieth Century"/>
              </a:rPr>
              <a:t>University of Affiliation, </a:t>
            </a:r>
            <a:r>
              <a:rPr b="0" baseline="30000" i="0" lang="en-US" sz="3450" u="none" cap="none" strike="noStrike">
                <a:solidFill>
                  <a:srgbClr val="E8EBD5"/>
                </a:solidFill>
                <a:latin typeface="Twentieth Century"/>
                <a:ea typeface="Twentieth Century"/>
                <a:cs typeface="Twentieth Century"/>
                <a:sym typeface="Twentieth Century"/>
              </a:rPr>
              <a:t>2</a:t>
            </a:r>
            <a:r>
              <a:rPr b="0" i="0" lang="en-US" sz="3450" u="none" cap="none" strike="noStrike">
                <a:solidFill>
                  <a:srgbClr val="E8EBD5"/>
                </a:solidFill>
                <a:latin typeface="Twentieth Century"/>
                <a:ea typeface="Twentieth Century"/>
                <a:cs typeface="Twentieth Century"/>
                <a:sym typeface="Twentieth Century"/>
              </a:rPr>
              <a:t>Medical Center of Affiliation</a:t>
            </a:r>
            <a:endParaRPr/>
          </a:p>
        </p:txBody>
      </p:sp>
      <p:sp>
        <p:nvSpPr>
          <p:cNvPr id="167" name="Google Shape;167;p20"/>
          <p:cNvSpPr txBox="1"/>
          <p:nvPr/>
        </p:nvSpPr>
        <p:spPr>
          <a:xfrm>
            <a:off x="2550166" y="19190973"/>
            <a:ext cx="2167742" cy="1531946"/>
          </a:xfrm>
          <a:prstGeom prst="rect">
            <a:avLst/>
          </a:prstGeom>
          <a:solidFill>
            <a:srgbClr val="E7EEF7"/>
          </a:solidFill>
          <a:ln>
            <a:noFill/>
          </a:ln>
        </p:spPr>
        <p:txBody>
          <a:bodyPr anchorCtr="0" anchor="t" bIns="28150" lIns="56300" spcFirstLastPara="1" rIns="56300" wrap="square" tIns="28150">
            <a:spAutoFit/>
          </a:bodyPr>
          <a:lstStyle/>
          <a:p>
            <a:pPr indent="0" lvl="0" marL="0" marR="0" rtl="0" algn="l">
              <a:spcBef>
                <a:spcPts val="0"/>
              </a:spcBef>
              <a:spcAft>
                <a:spcPts val="0"/>
              </a:spcAft>
              <a:buNone/>
            </a:pPr>
            <a:r>
              <a:rPr b="0" i="0" lang="en-US" sz="1917" u="none" cap="none" strike="noStrike">
                <a:solidFill>
                  <a:schemeClr val="dk1"/>
                </a:solidFill>
                <a:latin typeface="Twentieth Century"/>
                <a:ea typeface="Twentieth Century"/>
                <a:cs typeface="Twentieth Century"/>
                <a:sym typeface="Twentieth Century"/>
              </a:rPr>
              <a:t>&lt;your name&gt;</a:t>
            </a:r>
            <a:endParaRPr/>
          </a:p>
          <a:p>
            <a:pPr indent="0" lvl="0" marL="0" marR="0" rtl="0" algn="l">
              <a:spcBef>
                <a:spcPts val="0"/>
              </a:spcBef>
              <a:spcAft>
                <a:spcPts val="0"/>
              </a:spcAft>
              <a:buNone/>
            </a:pPr>
            <a:r>
              <a:rPr lang="en-US" sz="1917">
                <a:solidFill>
                  <a:schemeClr val="dk1"/>
                </a:solidFill>
                <a:latin typeface="Twentieth Century"/>
                <a:ea typeface="Twentieth Century"/>
                <a:cs typeface="Twentieth Century"/>
                <a:sym typeface="Twentieth Century"/>
              </a:rPr>
              <a:t>&lt;your organization&gt;</a:t>
            </a:r>
            <a:endParaRPr/>
          </a:p>
          <a:p>
            <a:pPr indent="0" lvl="0" marL="0" marR="0" rtl="0" algn="l">
              <a:spcBef>
                <a:spcPts val="0"/>
              </a:spcBef>
              <a:spcAft>
                <a:spcPts val="0"/>
              </a:spcAft>
              <a:buNone/>
            </a:pPr>
            <a:r>
              <a:rPr lang="en-US" sz="1917">
                <a:solidFill>
                  <a:schemeClr val="dk1"/>
                </a:solidFill>
                <a:latin typeface="Twentieth Century"/>
                <a:ea typeface="Twentieth Century"/>
                <a:cs typeface="Twentieth Century"/>
                <a:sym typeface="Twentieth Century"/>
              </a:rPr>
              <a:t>Email:</a:t>
            </a:r>
            <a:endParaRPr/>
          </a:p>
          <a:p>
            <a:pPr indent="0" lvl="0" marL="0" marR="0" rtl="0" algn="l">
              <a:spcBef>
                <a:spcPts val="0"/>
              </a:spcBef>
              <a:spcAft>
                <a:spcPts val="0"/>
              </a:spcAft>
              <a:buNone/>
            </a:pPr>
            <a:r>
              <a:rPr lang="en-US" sz="1917">
                <a:solidFill>
                  <a:schemeClr val="dk1"/>
                </a:solidFill>
                <a:latin typeface="Twentieth Century"/>
                <a:ea typeface="Twentieth Century"/>
                <a:cs typeface="Twentieth Century"/>
                <a:sym typeface="Twentieth Century"/>
              </a:rPr>
              <a:t>Website:</a:t>
            </a:r>
            <a:endParaRPr/>
          </a:p>
          <a:p>
            <a:pPr indent="0" lvl="0" marL="0" marR="0" rtl="0" algn="l">
              <a:spcBef>
                <a:spcPts val="0"/>
              </a:spcBef>
              <a:spcAft>
                <a:spcPts val="0"/>
              </a:spcAft>
              <a:buNone/>
            </a:pPr>
            <a:r>
              <a:rPr lang="en-US" sz="1917">
                <a:solidFill>
                  <a:schemeClr val="dk1"/>
                </a:solidFill>
                <a:latin typeface="Twentieth Century"/>
                <a:ea typeface="Twentieth Century"/>
                <a:cs typeface="Twentieth Century"/>
                <a:sym typeface="Twentieth Century"/>
              </a:rPr>
              <a:t>Phone:</a:t>
            </a:r>
            <a:endParaRPr/>
          </a:p>
        </p:txBody>
      </p:sp>
      <p:sp>
        <p:nvSpPr>
          <p:cNvPr id="168" name="Google Shape;168;p20"/>
          <p:cNvSpPr txBox="1"/>
          <p:nvPr/>
        </p:nvSpPr>
        <p:spPr>
          <a:xfrm>
            <a:off x="2550163" y="18621377"/>
            <a:ext cx="1332000" cy="528851"/>
          </a:xfrm>
          <a:prstGeom prst="rect">
            <a:avLst/>
          </a:prstGeom>
          <a:noFill/>
          <a:ln>
            <a:noFill/>
          </a:ln>
        </p:spPr>
        <p:txBody>
          <a:bodyPr anchorCtr="0" anchor="t" bIns="28150" lIns="56300" spcFirstLastPara="1" rIns="56300" wrap="square" tIns="28150">
            <a:spAutoFit/>
          </a:bodyPr>
          <a:lstStyle/>
          <a:p>
            <a:pPr indent="0" lvl="0" marL="0" marR="0" rtl="0" algn="l">
              <a:spcBef>
                <a:spcPts val="0"/>
              </a:spcBef>
              <a:spcAft>
                <a:spcPts val="0"/>
              </a:spcAft>
              <a:buNone/>
            </a:pPr>
            <a:r>
              <a:rPr b="1" lang="en-US" sz="3067">
                <a:solidFill>
                  <a:schemeClr val="dk1"/>
                </a:solidFill>
                <a:latin typeface="Twentieth Century"/>
                <a:ea typeface="Twentieth Century"/>
                <a:cs typeface="Twentieth Century"/>
                <a:sym typeface="Twentieth Century"/>
              </a:rPr>
              <a:t>Contact</a:t>
            </a:r>
            <a:endParaRPr/>
          </a:p>
        </p:txBody>
      </p:sp>
      <p:sp>
        <p:nvSpPr>
          <p:cNvPr id="169" name="Google Shape;169;p20"/>
          <p:cNvSpPr txBox="1"/>
          <p:nvPr/>
        </p:nvSpPr>
        <p:spPr>
          <a:xfrm>
            <a:off x="21945600" y="19190969"/>
            <a:ext cx="18694400" cy="1402080"/>
          </a:xfrm>
          <a:prstGeom prst="rect">
            <a:avLst/>
          </a:prstGeom>
          <a:noFill/>
          <a:ln>
            <a:noFill/>
          </a:ln>
        </p:spPr>
        <p:txBody>
          <a:bodyPr anchorCtr="0" anchor="t" bIns="56300" lIns="56300" spcFirstLastPara="1" rIns="56300" wrap="square" tIns="56300">
            <a:noAutofit/>
          </a:bodyPr>
          <a:lstStyle/>
          <a:p>
            <a:pPr indent="-281533" lvl="0" marL="281533" marR="0" rtl="0" algn="l">
              <a:spcBef>
                <a:spcPts val="0"/>
              </a:spcBef>
              <a:spcAft>
                <a:spcPts val="0"/>
              </a:spcAft>
              <a:buClr>
                <a:schemeClr val="dk1"/>
              </a:buClr>
              <a:buSzPts val="862"/>
              <a:buFont typeface="Twentieth Century"/>
              <a:buAutoNum type="arabicPeriod"/>
            </a:pPr>
            <a:r>
              <a:rPr lang="en-US" sz="862">
                <a:solidFill>
                  <a:schemeClr val="dk1"/>
                </a:solidFill>
                <a:latin typeface="Twentieth Century"/>
                <a:ea typeface="Twentieth Century"/>
                <a:cs typeface="Twentieth Century"/>
                <a:sym typeface="Twentieth Century"/>
              </a:rPr>
              <a:t> </a:t>
            </a:r>
            <a:endParaRPr/>
          </a:p>
          <a:p>
            <a:pPr indent="-281533" lvl="0" marL="281533" marR="0" rtl="0" algn="l">
              <a:spcBef>
                <a:spcPts val="0"/>
              </a:spcBef>
              <a:spcAft>
                <a:spcPts val="0"/>
              </a:spcAft>
              <a:buClr>
                <a:schemeClr val="dk1"/>
              </a:buClr>
              <a:buSzPts val="862"/>
              <a:buFont typeface="Twentieth Century"/>
              <a:buAutoNum type="arabicPeriod"/>
            </a:pPr>
            <a:r>
              <a:rPr lang="en-US" sz="862">
                <a:solidFill>
                  <a:schemeClr val="dk1"/>
                </a:solidFill>
                <a:latin typeface="Twentieth Century"/>
                <a:ea typeface="Twentieth Century"/>
                <a:cs typeface="Twentieth Century"/>
                <a:sym typeface="Twentieth Century"/>
              </a:rPr>
              <a:t> </a:t>
            </a:r>
            <a:endParaRPr/>
          </a:p>
          <a:p>
            <a:pPr indent="-281533" lvl="0" marL="281533" marR="0" rtl="0" algn="l">
              <a:spcBef>
                <a:spcPts val="0"/>
              </a:spcBef>
              <a:spcAft>
                <a:spcPts val="0"/>
              </a:spcAft>
              <a:buClr>
                <a:schemeClr val="dk1"/>
              </a:buClr>
              <a:buSzPts val="862"/>
              <a:buFont typeface="Twentieth Century"/>
              <a:buAutoNum type="arabicPeriod"/>
            </a:pPr>
            <a:r>
              <a:rPr lang="en-US" sz="862">
                <a:solidFill>
                  <a:schemeClr val="dk1"/>
                </a:solidFill>
                <a:latin typeface="Twentieth Century"/>
                <a:ea typeface="Twentieth Century"/>
                <a:cs typeface="Twentieth Century"/>
                <a:sym typeface="Twentieth Century"/>
              </a:rPr>
              <a:t> </a:t>
            </a:r>
            <a:endParaRPr/>
          </a:p>
          <a:p>
            <a:pPr indent="-281533" lvl="0" marL="281533" marR="0" rtl="0" algn="l">
              <a:spcBef>
                <a:spcPts val="0"/>
              </a:spcBef>
              <a:spcAft>
                <a:spcPts val="0"/>
              </a:spcAft>
              <a:buClr>
                <a:schemeClr val="dk1"/>
              </a:buClr>
              <a:buSzPts val="862"/>
              <a:buFont typeface="Twentieth Century"/>
              <a:buAutoNum type="arabicPeriod"/>
            </a:pPr>
            <a:r>
              <a:rPr lang="en-US" sz="862">
                <a:solidFill>
                  <a:schemeClr val="dk1"/>
                </a:solidFill>
                <a:latin typeface="Twentieth Century"/>
                <a:ea typeface="Twentieth Century"/>
                <a:cs typeface="Twentieth Century"/>
                <a:sym typeface="Twentieth Century"/>
              </a:rPr>
              <a:t> </a:t>
            </a:r>
            <a:endParaRPr/>
          </a:p>
          <a:p>
            <a:pPr indent="-281533" lvl="0" marL="281533" marR="0" rtl="0" algn="l">
              <a:spcBef>
                <a:spcPts val="0"/>
              </a:spcBef>
              <a:spcAft>
                <a:spcPts val="0"/>
              </a:spcAft>
              <a:buClr>
                <a:schemeClr val="dk1"/>
              </a:buClr>
              <a:buSzPts val="862"/>
              <a:buFont typeface="Twentieth Century"/>
              <a:buAutoNum type="arabicPeriod"/>
            </a:pPr>
            <a:r>
              <a:rPr lang="en-US" sz="862">
                <a:solidFill>
                  <a:schemeClr val="dk1"/>
                </a:solidFill>
                <a:latin typeface="Twentieth Century"/>
                <a:ea typeface="Twentieth Century"/>
                <a:cs typeface="Twentieth Century"/>
                <a:sym typeface="Twentieth Century"/>
              </a:rPr>
              <a:t> </a:t>
            </a:r>
            <a:endParaRPr/>
          </a:p>
          <a:p>
            <a:pPr indent="-281533" lvl="0" marL="281533" marR="0" rtl="0" algn="l">
              <a:spcBef>
                <a:spcPts val="0"/>
              </a:spcBef>
              <a:spcAft>
                <a:spcPts val="0"/>
              </a:spcAft>
              <a:buClr>
                <a:schemeClr val="dk1"/>
              </a:buClr>
              <a:buSzPts val="862"/>
              <a:buFont typeface="Twentieth Century"/>
              <a:buAutoNum type="arabicPeriod"/>
            </a:pPr>
            <a:r>
              <a:rPr lang="en-US" sz="862">
                <a:solidFill>
                  <a:schemeClr val="dk1"/>
                </a:solidFill>
                <a:latin typeface="Twentieth Century"/>
                <a:ea typeface="Twentieth Century"/>
                <a:cs typeface="Twentieth Century"/>
                <a:sym typeface="Twentieth Century"/>
              </a:rPr>
              <a:t> </a:t>
            </a:r>
            <a:endParaRPr/>
          </a:p>
          <a:p>
            <a:pPr indent="-281533" lvl="0" marL="281533" marR="0" rtl="0" algn="l">
              <a:spcBef>
                <a:spcPts val="0"/>
              </a:spcBef>
              <a:spcAft>
                <a:spcPts val="0"/>
              </a:spcAft>
              <a:buClr>
                <a:schemeClr val="dk1"/>
              </a:buClr>
              <a:buSzPts val="862"/>
              <a:buFont typeface="Twentieth Century"/>
              <a:buAutoNum type="arabicPeriod"/>
            </a:pPr>
            <a:r>
              <a:rPr lang="en-US" sz="862">
                <a:solidFill>
                  <a:schemeClr val="dk1"/>
                </a:solidFill>
                <a:latin typeface="Twentieth Century"/>
                <a:ea typeface="Twentieth Century"/>
                <a:cs typeface="Twentieth Century"/>
                <a:sym typeface="Twentieth Century"/>
              </a:rPr>
              <a:t> </a:t>
            </a:r>
            <a:endParaRPr/>
          </a:p>
          <a:p>
            <a:pPr indent="-281533" lvl="0" marL="281533" marR="0" rtl="0" algn="l">
              <a:spcBef>
                <a:spcPts val="0"/>
              </a:spcBef>
              <a:spcAft>
                <a:spcPts val="0"/>
              </a:spcAft>
              <a:buClr>
                <a:schemeClr val="dk1"/>
              </a:buClr>
              <a:buSzPts val="862"/>
              <a:buFont typeface="Twentieth Century"/>
              <a:buAutoNum type="arabicPeriod"/>
            </a:pPr>
            <a:r>
              <a:rPr lang="en-US" sz="862">
                <a:solidFill>
                  <a:schemeClr val="dk1"/>
                </a:solidFill>
                <a:latin typeface="Twentieth Century"/>
                <a:ea typeface="Twentieth Century"/>
                <a:cs typeface="Twentieth Century"/>
                <a:sym typeface="Twentieth Century"/>
              </a:rPr>
              <a:t> </a:t>
            </a:r>
            <a:endParaRPr/>
          </a:p>
          <a:p>
            <a:pPr indent="-281533" lvl="0" marL="281533" marR="0" rtl="0" algn="l">
              <a:spcBef>
                <a:spcPts val="0"/>
              </a:spcBef>
              <a:spcAft>
                <a:spcPts val="0"/>
              </a:spcAft>
              <a:buClr>
                <a:schemeClr val="dk1"/>
              </a:buClr>
              <a:buSzPts val="862"/>
              <a:buFont typeface="Twentieth Century"/>
              <a:buAutoNum type="arabicPeriod"/>
            </a:pPr>
            <a:r>
              <a:rPr lang="en-US" sz="862">
                <a:solidFill>
                  <a:schemeClr val="dk1"/>
                </a:solidFill>
                <a:latin typeface="Twentieth Century"/>
                <a:ea typeface="Twentieth Century"/>
                <a:cs typeface="Twentieth Century"/>
                <a:sym typeface="Twentieth Century"/>
              </a:rPr>
              <a:t> </a:t>
            </a:r>
            <a:endParaRPr/>
          </a:p>
          <a:p>
            <a:pPr indent="-281533" lvl="0" marL="281533" marR="0" rtl="0" algn="l">
              <a:spcBef>
                <a:spcPts val="0"/>
              </a:spcBef>
              <a:spcAft>
                <a:spcPts val="0"/>
              </a:spcAft>
              <a:buClr>
                <a:schemeClr val="dk1"/>
              </a:buClr>
              <a:buSzPts val="862"/>
              <a:buFont typeface="Twentieth Century"/>
              <a:buAutoNum type="arabicPeriod"/>
            </a:pPr>
            <a:r>
              <a:rPr lang="en-US" sz="862">
                <a:solidFill>
                  <a:schemeClr val="dk1"/>
                </a:solidFill>
                <a:latin typeface="Twentieth Century"/>
                <a:ea typeface="Twentieth Century"/>
                <a:cs typeface="Twentieth Century"/>
                <a:sym typeface="Twentieth Century"/>
              </a:rPr>
              <a:t>  </a:t>
            </a:r>
            <a:endParaRPr/>
          </a:p>
          <a:p>
            <a:pPr indent="-226796" lvl="0" marL="281533" marR="0" rtl="0" algn="l">
              <a:spcBef>
                <a:spcPts val="0"/>
              </a:spcBef>
              <a:spcAft>
                <a:spcPts val="0"/>
              </a:spcAft>
              <a:buClr>
                <a:schemeClr val="dk1"/>
              </a:buClr>
              <a:buSzPts val="862"/>
              <a:buFont typeface="Twentieth Century"/>
              <a:buNone/>
            </a:pPr>
            <a:r>
              <a:t/>
            </a:r>
            <a:endParaRPr sz="862">
              <a:solidFill>
                <a:schemeClr val="dk1"/>
              </a:solidFill>
              <a:latin typeface="Twentieth Century"/>
              <a:ea typeface="Twentieth Century"/>
              <a:cs typeface="Twentieth Century"/>
              <a:sym typeface="Twentieth Century"/>
            </a:endParaRPr>
          </a:p>
        </p:txBody>
      </p:sp>
      <p:sp>
        <p:nvSpPr>
          <p:cNvPr id="170" name="Google Shape;170;p20"/>
          <p:cNvSpPr txBox="1"/>
          <p:nvPr/>
        </p:nvSpPr>
        <p:spPr>
          <a:xfrm>
            <a:off x="21945603" y="18621377"/>
            <a:ext cx="1881831" cy="528851"/>
          </a:xfrm>
          <a:prstGeom prst="rect">
            <a:avLst/>
          </a:prstGeom>
          <a:noFill/>
          <a:ln>
            <a:noFill/>
          </a:ln>
        </p:spPr>
        <p:txBody>
          <a:bodyPr anchorCtr="0" anchor="t" bIns="28150" lIns="56300" spcFirstLastPara="1" rIns="56300" wrap="square" tIns="28150">
            <a:spAutoFit/>
          </a:bodyPr>
          <a:lstStyle/>
          <a:p>
            <a:pPr indent="0" lvl="0" marL="0" marR="0" rtl="0" algn="l">
              <a:spcBef>
                <a:spcPts val="0"/>
              </a:spcBef>
              <a:spcAft>
                <a:spcPts val="0"/>
              </a:spcAft>
              <a:buNone/>
            </a:pPr>
            <a:r>
              <a:rPr b="1" lang="en-US" sz="3067">
                <a:solidFill>
                  <a:schemeClr val="dk1"/>
                </a:solidFill>
                <a:latin typeface="Twentieth Century"/>
                <a:ea typeface="Twentieth Century"/>
                <a:cs typeface="Twentieth Century"/>
                <a:sym typeface="Twentieth Century"/>
              </a:rPr>
              <a:t>References</a:t>
            </a:r>
            <a:endParaRPr/>
          </a:p>
        </p:txBody>
      </p:sp>
      <p:sp>
        <p:nvSpPr>
          <p:cNvPr id="171" name="Google Shape;171;p20"/>
          <p:cNvSpPr txBox="1"/>
          <p:nvPr/>
        </p:nvSpPr>
        <p:spPr>
          <a:xfrm>
            <a:off x="1956169" y="3546011"/>
            <a:ext cx="8670556" cy="14277050"/>
          </a:xfrm>
          <a:prstGeom prst="rect">
            <a:avLst/>
          </a:prstGeom>
          <a:solidFill>
            <a:schemeClr val="lt1"/>
          </a:solidFill>
          <a:ln cap="flat" cmpd="sng" w="12700">
            <a:solidFill>
              <a:srgbClr val="729DD3"/>
            </a:solidFill>
            <a:prstDash val="solid"/>
            <a:round/>
            <a:headEnd len="sm" w="sm" type="none"/>
            <a:tailEnd len="sm" w="sm" type="none"/>
          </a:ln>
        </p:spPr>
        <p:txBody>
          <a:bodyPr anchorCtr="0" anchor="t" bIns="131425" lIns="131425" spcFirstLastPara="1" rIns="131425" wrap="square" tIns="131425">
            <a:spAutoFit/>
          </a:bodyPr>
          <a:lstStyle/>
          <a:p>
            <a:pPr indent="-541286" lvl="0" marL="541631" marR="0" rtl="0" algn="l">
              <a:spcBef>
                <a:spcPts val="0"/>
              </a:spcBef>
              <a:spcAft>
                <a:spcPts val="0"/>
              </a:spcAft>
              <a:buNone/>
            </a:pPr>
            <a:r>
              <a:rPr b="1" lang="en-US" sz="2300" u="none">
                <a:solidFill>
                  <a:srgbClr val="0000FF"/>
                </a:solidFill>
                <a:latin typeface="Roboto Light"/>
                <a:ea typeface="Roboto Light"/>
                <a:cs typeface="Roboto Light"/>
                <a:sym typeface="Roboto Light"/>
              </a:rPr>
              <a:t>Section 1 (sizes):</a:t>
            </a:r>
            <a:endParaRPr b="0" sz="2300" u="none">
              <a:solidFill>
                <a:srgbClr val="000000"/>
              </a:solidFill>
              <a:latin typeface="Roboto Light"/>
              <a:ea typeface="Roboto Light"/>
              <a:cs typeface="Roboto Light"/>
              <a:sym typeface="Roboto Light"/>
            </a:endParaRPr>
          </a:p>
          <a:p>
            <a:pPr indent="-541286" lvl="0" marL="541631" marR="0" rtl="0" algn="l">
              <a:spcBef>
                <a:spcPts val="766"/>
              </a:spcBef>
              <a:spcAft>
                <a:spcPts val="0"/>
              </a:spcAft>
              <a:buNone/>
            </a:pPr>
            <a:r>
              <a:rPr b="1" lang="en-US" sz="3833" u="none">
                <a:solidFill>
                  <a:srgbClr val="0000FF"/>
                </a:solidFill>
                <a:latin typeface="Arial"/>
                <a:ea typeface="Arial"/>
                <a:cs typeface="Arial"/>
                <a:sym typeface="Arial"/>
              </a:rPr>
              <a:t>Section 1 (sizes):</a:t>
            </a:r>
            <a:endParaRPr b="0" sz="3833" u="none">
              <a:solidFill>
                <a:srgbClr val="000000"/>
              </a:solidFill>
              <a:latin typeface="Calibri"/>
              <a:ea typeface="Calibri"/>
              <a:cs typeface="Calibri"/>
              <a:sym typeface="Calibri"/>
            </a:endParaRPr>
          </a:p>
          <a:p>
            <a:pPr indent="-541286" lvl="1" marL="541631" marR="0" rtl="0" algn="l">
              <a:spcBef>
                <a:spcPts val="614"/>
              </a:spcBef>
              <a:spcAft>
                <a:spcPts val="0"/>
              </a:spcAft>
              <a:buClr>
                <a:srgbClr val="000000"/>
              </a:buClr>
              <a:buSzPts val="2400"/>
              <a:buFont typeface="Noto Sans Symbols"/>
              <a:buChar char="⮚"/>
            </a:pPr>
            <a:r>
              <a:rPr b="0" i="0" lang="en-US" sz="2400" u="none" cap="none" strike="noStrike">
                <a:solidFill>
                  <a:srgbClr val="000000"/>
                </a:solidFill>
                <a:latin typeface="Arial"/>
                <a:ea typeface="Arial"/>
                <a:cs typeface="Arial"/>
                <a:sym typeface="Arial"/>
              </a:rPr>
              <a:t>Posters boards are 48” tall and 96” wide, but we recommend you leave a little border since you may not be able to pin at the vertical edge. Since PowerPoint does not let one define such a large paper size, this template is designed to be printed at 200%, yielding a 46” x94” poster. You can scale it up or down a bit (e.g. 42” is a common paper size at FexEd). Note there is no direct international A0.. A1 equivalent. The poster size is approximately three A0 boards next to each other, i.e., each column in this example is about one A0 board. </a:t>
            </a:r>
            <a:endParaRPr b="0" i="0" sz="2400"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r>
              <a:t/>
            </a:r>
            <a:endParaRPr b="0" sz="3067" u="none">
              <a:solidFill>
                <a:srgbClr val="000000"/>
              </a:solidFill>
              <a:latin typeface="Calibri"/>
              <a:ea typeface="Calibri"/>
              <a:cs typeface="Calibri"/>
              <a:sym typeface="Calibri"/>
            </a:endParaRPr>
          </a:p>
          <a:p>
            <a:pPr indent="-541286" lvl="1" marL="541631" marR="0" rtl="0" algn="l">
              <a:spcBef>
                <a:spcPts val="614"/>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Ideally you want to keep it very readable: this is not your paper, it is a poster. 32pt here (64 final printing) is good for most text:</a:t>
            </a:r>
            <a:endParaRPr b="0" i="0" sz="2000" u="none" cap="none" strike="noStrike">
              <a:solidFill>
                <a:srgbClr val="000000"/>
              </a:solidFill>
              <a:latin typeface="Calibri"/>
              <a:ea typeface="Calibri"/>
              <a:cs typeface="Calibri"/>
              <a:sym typeface="Calibri"/>
            </a:endParaRPr>
          </a:p>
          <a:p>
            <a:pPr indent="-454694" lvl="2" marL="1137770" marR="0" rtl="0" algn="l">
              <a:spcBef>
                <a:spcPts val="538"/>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Sub-bullets are 28 here (56 final)</a:t>
            </a:r>
            <a:endParaRPr b="0" i="0" sz="2000" u="none" cap="none" strike="noStrike">
              <a:solidFill>
                <a:srgbClr val="000000"/>
              </a:solidFill>
              <a:latin typeface="Calibri"/>
              <a:ea typeface="Calibri"/>
              <a:cs typeface="Calibri"/>
              <a:sym typeface="Calibri"/>
            </a:endParaRPr>
          </a:p>
          <a:p>
            <a:pPr indent="-541286" lvl="3" marL="932503" marR="0" rtl="0" algn="l">
              <a:spcBef>
                <a:spcPts val="459"/>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Don’t use smaller than 24pt in this template (which is 48pt in final printing at 200%)</a:t>
            </a:r>
            <a:endParaRPr b="0" i="0" sz="2000" u="none" cap="none" strike="noStrike">
              <a:solidFill>
                <a:srgbClr val="000000"/>
              </a:solidFill>
              <a:latin typeface="Calibri"/>
              <a:ea typeface="Calibri"/>
              <a:cs typeface="Calibri"/>
              <a:sym typeface="Calibri"/>
            </a:endParaRPr>
          </a:p>
          <a:p>
            <a:pPr indent="-541286" lvl="3" marL="932503" marR="0" rtl="0" algn="l">
              <a:spcBef>
                <a:spcPts val="459"/>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Insert plenty of graphics and any math you need</a:t>
            </a:r>
            <a:endParaRPr b="0" i="0" sz="2000" u="none" cap="none" strike="noStrike">
              <a:solidFill>
                <a:srgbClr val="000000"/>
              </a:solidFill>
              <a:latin typeface="Calibri"/>
              <a:ea typeface="Calibri"/>
              <a:cs typeface="Calibri"/>
              <a:sym typeface="Calibri"/>
            </a:endParaRPr>
          </a:p>
          <a:p>
            <a:pPr indent="-541286" lvl="0" marL="932503" marR="0" rtl="0" algn="l">
              <a:spcBef>
                <a:spcPts val="364"/>
              </a:spcBef>
              <a:spcAft>
                <a:spcPts val="0"/>
              </a:spcAft>
              <a:buNone/>
            </a:pPr>
            <a:r>
              <a:t/>
            </a:r>
            <a:endParaRPr b="0" sz="2300" u="none">
              <a:solidFill>
                <a:srgbClr val="000000"/>
              </a:solidFill>
              <a:latin typeface="Calibri"/>
              <a:ea typeface="Calibri"/>
              <a:cs typeface="Calibri"/>
              <a:sym typeface="Calibri"/>
            </a:endParaRPr>
          </a:p>
          <a:p>
            <a:pPr indent="-541286" lvl="1" marL="541631" marR="0" rtl="0" algn="l">
              <a:spcBef>
                <a:spcPts val="614"/>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When inserting graphics or equations, keep the resolution high (remember this will be printed at 200%). If you can see blocking artifacts at 400% magnification in PowerPoint, consider finding better graphics. This is an example of BAD/LOW RES GRAPHICS</a:t>
            </a:r>
            <a:endParaRPr b="0" i="0" sz="2000"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r>
              <a:t/>
            </a:r>
            <a:endParaRPr b="0" sz="3067" u="none">
              <a:solidFill>
                <a:srgbClr val="000000"/>
              </a:solidFill>
              <a:latin typeface="Calibri"/>
              <a:ea typeface="Calibri"/>
              <a:cs typeface="Calibri"/>
              <a:sym typeface="Calibri"/>
            </a:endParaRPr>
          </a:p>
          <a:p>
            <a:pPr indent="-541286" lvl="1" marL="541631" marR="0" rtl="0" algn="l">
              <a:spcBef>
                <a:spcPts val="614"/>
              </a:spcBef>
              <a:spcAft>
                <a:spcPts val="0"/>
              </a:spcAft>
              <a:buClr>
                <a:srgbClr val="000000"/>
              </a:buClr>
              <a:buSzPts val="2400"/>
              <a:buFont typeface="Noto Sans Symbols"/>
              <a:buChar char="⮚"/>
            </a:pPr>
            <a:r>
              <a:rPr b="0" i="0" lang="en-US" sz="2400" u="none" cap="none" strike="noStrike">
                <a:solidFill>
                  <a:srgbClr val="000000"/>
                </a:solidFill>
                <a:latin typeface="Arial"/>
                <a:ea typeface="Arial"/>
                <a:cs typeface="Arial"/>
                <a:sym typeface="Arial"/>
              </a:rPr>
              <a:t>Leave enough margin for pushpin and remember many big plotters cannot get within .5” of the actual paper edge. </a:t>
            </a:r>
            <a:endParaRPr b="0" i="0" sz="2400"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r>
              <a:t/>
            </a:r>
            <a:endParaRPr b="0" sz="2400" u="none">
              <a:solidFill>
                <a:srgbClr val="000000"/>
              </a:solidFill>
              <a:latin typeface="Calibri"/>
              <a:ea typeface="Calibri"/>
              <a:cs typeface="Calibri"/>
              <a:sym typeface="Calibri"/>
            </a:endParaRPr>
          </a:p>
          <a:p>
            <a:pPr indent="-541286" lvl="1" marL="541631" marR="0" rtl="0" algn="l">
              <a:spcBef>
                <a:spcPts val="614"/>
              </a:spcBef>
              <a:spcAft>
                <a:spcPts val="0"/>
              </a:spcAft>
              <a:buClr>
                <a:srgbClr val="000000"/>
              </a:buClr>
              <a:buSzPts val="2400"/>
              <a:buFont typeface="Noto Sans Symbols"/>
              <a:buChar char="⮚"/>
            </a:pPr>
            <a:r>
              <a:rPr b="0" i="0" lang="en-US" sz="2400" u="none" cap="none" strike="noStrike">
                <a:solidFill>
                  <a:srgbClr val="000000"/>
                </a:solidFill>
                <a:latin typeface="Arial"/>
                <a:ea typeface="Arial"/>
                <a:cs typeface="Arial"/>
                <a:sym typeface="Arial"/>
              </a:rPr>
              <a:t>You are free to use colored backgrounds and such but they generally reduce readability. </a:t>
            </a:r>
            <a:endParaRPr b="0" i="0" sz="2400"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r>
              <a:t/>
            </a:r>
            <a:endParaRPr b="0" sz="2400" u="none">
              <a:solidFill>
                <a:srgbClr val="000000"/>
              </a:solidFill>
              <a:latin typeface="Calibri"/>
              <a:ea typeface="Calibri"/>
              <a:cs typeface="Calibri"/>
              <a:sym typeface="Calibri"/>
            </a:endParaRPr>
          </a:p>
          <a:p>
            <a:pPr indent="-541286" lvl="1" marL="541631" marR="0" rtl="0" algn="l">
              <a:spcBef>
                <a:spcPts val="614"/>
              </a:spcBef>
              <a:spcAft>
                <a:spcPts val="0"/>
              </a:spcAft>
              <a:buClr>
                <a:srgbClr val="000000"/>
              </a:buClr>
              <a:buSzPts val="2400"/>
              <a:buFont typeface="Noto Sans Symbols"/>
              <a:buChar char="⮚"/>
            </a:pPr>
            <a:r>
              <a:rPr b="0" i="0" lang="en-US" sz="2400" u="none" cap="none" strike="noStrike">
                <a:solidFill>
                  <a:srgbClr val="000000"/>
                </a:solidFill>
                <a:latin typeface="Arial"/>
                <a:ea typeface="Arial"/>
                <a:cs typeface="Arial"/>
                <a:sym typeface="Arial"/>
              </a:rPr>
              <a:t>You are free to use what ever fonts you like.</a:t>
            </a:r>
            <a:endParaRPr b="0" i="0" sz="2400" u="none" cap="none" strike="noStrike">
              <a:solidFill>
                <a:srgbClr val="000000"/>
              </a:solidFill>
              <a:latin typeface="Calibri"/>
              <a:ea typeface="Calibri"/>
              <a:cs typeface="Calibri"/>
              <a:sym typeface="Calibri"/>
            </a:endParaRPr>
          </a:p>
          <a:p>
            <a:pPr indent="-454694" lvl="2" marL="1137770" marR="0" rtl="0" algn="l">
              <a:spcBef>
                <a:spcPts val="538"/>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San Serif fonts like Arial are more readable from a distance, </a:t>
            </a:r>
            <a:endParaRPr b="0" i="0" sz="2400" u="none" cap="none" strike="noStrike">
              <a:solidFill>
                <a:srgbClr val="000000"/>
              </a:solidFill>
              <a:latin typeface="Calibri"/>
              <a:ea typeface="Calibri"/>
              <a:cs typeface="Calibri"/>
              <a:sym typeface="Calibri"/>
            </a:endParaRPr>
          </a:p>
          <a:p>
            <a:pPr indent="-454694" lvl="2" marL="1137770" marR="0" rtl="0" algn="l">
              <a:spcBef>
                <a:spcPts val="538"/>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Serif fonts like times may look more consistent with your mathematics</a:t>
            </a:r>
            <a:endParaRPr b="0" i="0" sz="2400" u="none" cap="none" strike="noStrike">
              <a:solidFill>
                <a:srgbClr val="000000"/>
              </a:solidFill>
              <a:latin typeface="Calibri"/>
              <a:ea typeface="Calibri"/>
              <a:cs typeface="Calibri"/>
              <a:sym typeface="Calibri"/>
            </a:endParaRPr>
          </a:p>
        </p:txBody>
      </p:sp>
      <p:sp>
        <p:nvSpPr>
          <p:cNvPr id="172" name="Google Shape;172;p20"/>
          <p:cNvSpPr/>
          <p:nvPr/>
        </p:nvSpPr>
        <p:spPr>
          <a:xfrm>
            <a:off x="1878330" y="3067050"/>
            <a:ext cx="9639300" cy="438150"/>
          </a:xfrm>
          <a:prstGeom prst="rect">
            <a:avLst/>
          </a:prstGeom>
          <a:solidFill>
            <a:srgbClr val="729DD3"/>
          </a:solidFill>
          <a:ln cap="flat" cmpd="sng" w="12700">
            <a:solidFill>
              <a:srgbClr val="8F9CAC"/>
            </a:solidFill>
            <a:prstDash val="solid"/>
            <a:round/>
            <a:headEnd len="sm" w="sm" type="none"/>
            <a:tailEnd len="sm" w="sm" type="none"/>
          </a:ln>
        </p:spPr>
        <p:txBody>
          <a:bodyPr anchorCtr="0" anchor="ctr" bIns="28150" lIns="56300" spcFirstLastPara="1" rIns="56300" wrap="square" tIns="28150">
            <a:noAutofit/>
          </a:bodyPr>
          <a:lstStyle/>
          <a:p>
            <a:pPr indent="0" lvl="0" marL="0" marR="0" rtl="0" algn="ctr">
              <a:spcBef>
                <a:spcPts val="0"/>
              </a:spcBef>
              <a:spcAft>
                <a:spcPts val="0"/>
              </a:spcAft>
              <a:buNone/>
            </a:pPr>
            <a:r>
              <a:rPr lang="en-US" sz="3067">
                <a:solidFill>
                  <a:srgbClr val="E8EBD5"/>
                </a:solidFill>
                <a:latin typeface="Roboto Light"/>
                <a:ea typeface="Roboto Light"/>
                <a:cs typeface="Roboto Light"/>
                <a:sym typeface="Roboto Light"/>
              </a:rPr>
              <a:t>Abstract</a:t>
            </a:r>
            <a:endParaRPr/>
          </a:p>
        </p:txBody>
      </p:sp>
      <p:sp>
        <p:nvSpPr>
          <p:cNvPr id="173" name="Google Shape;173;p20"/>
          <p:cNvSpPr txBox="1"/>
          <p:nvPr/>
        </p:nvSpPr>
        <p:spPr>
          <a:xfrm>
            <a:off x="12043410" y="3505202"/>
            <a:ext cx="9639300" cy="5441875"/>
          </a:xfrm>
          <a:prstGeom prst="rect">
            <a:avLst/>
          </a:prstGeom>
          <a:solidFill>
            <a:schemeClr val="lt1"/>
          </a:solidFill>
          <a:ln cap="flat" cmpd="sng" w="12700">
            <a:solidFill>
              <a:srgbClr val="729DD3"/>
            </a:solidFill>
            <a:prstDash val="solid"/>
            <a:round/>
            <a:headEnd len="sm" w="sm" type="none"/>
            <a:tailEnd len="sm" w="sm" type="none"/>
          </a:ln>
        </p:spPr>
        <p:txBody>
          <a:bodyPr anchorCtr="0" anchor="t" bIns="131425" lIns="131425" spcFirstLastPara="1" rIns="131425" wrap="square" tIns="131425">
            <a:spAutoFit/>
          </a:bodyPr>
          <a:lstStyle/>
          <a:p>
            <a:pPr indent="-541286" lvl="0" marL="541631" marR="0" rtl="0" algn="l">
              <a:spcBef>
                <a:spcPts val="0"/>
              </a:spcBef>
              <a:spcAft>
                <a:spcPts val="0"/>
              </a:spcAft>
              <a:buNone/>
            </a:pPr>
            <a:r>
              <a:rPr b="1" lang="en-US" sz="2300" u="none">
                <a:solidFill>
                  <a:srgbClr val="0000FF"/>
                </a:solidFill>
                <a:latin typeface="Roboto Light"/>
                <a:ea typeface="Roboto Light"/>
                <a:cs typeface="Roboto Light"/>
                <a:sym typeface="Roboto Light"/>
              </a:rPr>
              <a:t>Section 2 (layout):</a:t>
            </a:r>
            <a:endParaRPr b="0" sz="2300" u="none">
              <a:solidFill>
                <a:srgbClr val="000000"/>
              </a:solidFill>
              <a:latin typeface="Roboto Light"/>
              <a:ea typeface="Roboto Light"/>
              <a:cs typeface="Roboto Light"/>
              <a:sym typeface="Roboto Light"/>
            </a:endParaRPr>
          </a:p>
          <a:p>
            <a:pPr indent="-541286" lvl="1" marL="541631" marR="0" rtl="0" algn="l">
              <a:spcBef>
                <a:spcPts val="614"/>
              </a:spcBef>
              <a:spcAft>
                <a:spcPts val="0"/>
              </a:spcAft>
              <a:buClr>
                <a:srgbClr val="000000"/>
              </a:buClr>
              <a:buSzPts val="2300"/>
              <a:buFont typeface="Noto Sans Symbols"/>
              <a:buChar char="⮚"/>
            </a:pPr>
            <a:r>
              <a:rPr b="0" i="0" lang="en-US" sz="2300" u="none" cap="none" strike="noStrike">
                <a:solidFill>
                  <a:srgbClr val="000000"/>
                </a:solidFill>
                <a:latin typeface="Roboto Light"/>
                <a:ea typeface="Roboto Light"/>
                <a:cs typeface="Roboto Light"/>
                <a:sym typeface="Roboto Light"/>
              </a:rPr>
              <a:t>Remember the poster session will be crowded so design the poster to be read in columns so people can read what is in front of them and move left to right to get the whole story. </a:t>
            </a:r>
            <a:endParaRPr/>
          </a:p>
          <a:p>
            <a:pPr indent="0" lvl="0" marL="0" marR="0" rtl="0" algn="l">
              <a:spcBef>
                <a:spcPts val="0"/>
              </a:spcBef>
              <a:spcAft>
                <a:spcPts val="0"/>
              </a:spcAft>
              <a:buNone/>
            </a:pPr>
            <a:r>
              <a:t/>
            </a:r>
            <a:endParaRPr b="0" sz="2300" u="none">
              <a:solidFill>
                <a:srgbClr val="000000"/>
              </a:solidFill>
              <a:latin typeface="Roboto Light"/>
              <a:ea typeface="Roboto Light"/>
              <a:cs typeface="Roboto Light"/>
              <a:sym typeface="Roboto Light"/>
            </a:endParaRPr>
          </a:p>
          <a:p>
            <a:pPr indent="-541286" lvl="1" marL="541631" marR="0" rtl="0" algn="l">
              <a:spcBef>
                <a:spcPts val="614"/>
              </a:spcBef>
              <a:spcAft>
                <a:spcPts val="0"/>
              </a:spcAft>
              <a:buClr>
                <a:srgbClr val="000000"/>
              </a:buClr>
              <a:buSzPts val="2300"/>
              <a:buFont typeface="Noto Sans Symbols"/>
              <a:buChar char="⮚"/>
            </a:pPr>
            <a:r>
              <a:rPr b="0" i="0" lang="en-US" sz="2300" u="none" cap="none" strike="noStrike">
                <a:solidFill>
                  <a:srgbClr val="000000"/>
                </a:solidFill>
                <a:latin typeface="Roboto Light"/>
                <a:ea typeface="Roboto Light"/>
                <a:cs typeface="Roboto Light"/>
                <a:sym typeface="Roboto Light"/>
              </a:rPr>
              <a:t>The poster should use photos, figures, and tables to tell the story of the study. For clarity, present the information in a sequence that is easy to follow. </a:t>
            </a:r>
            <a:endParaRPr/>
          </a:p>
          <a:p>
            <a:pPr indent="0" lvl="0" marL="0" marR="0" rtl="0" algn="l">
              <a:spcBef>
                <a:spcPts val="0"/>
              </a:spcBef>
              <a:spcAft>
                <a:spcPts val="0"/>
              </a:spcAft>
              <a:buNone/>
            </a:pPr>
            <a:r>
              <a:t/>
            </a:r>
            <a:endParaRPr b="0" sz="2300" u="none">
              <a:solidFill>
                <a:srgbClr val="000000"/>
              </a:solidFill>
              <a:latin typeface="Roboto Light"/>
              <a:ea typeface="Roboto Light"/>
              <a:cs typeface="Roboto Light"/>
              <a:sym typeface="Roboto Light"/>
            </a:endParaRPr>
          </a:p>
          <a:p>
            <a:pPr indent="-541286" lvl="1" marL="541631" marR="0" rtl="0" algn="l">
              <a:spcBef>
                <a:spcPts val="614"/>
              </a:spcBef>
              <a:spcAft>
                <a:spcPts val="0"/>
              </a:spcAft>
              <a:buClr>
                <a:srgbClr val="000000"/>
              </a:buClr>
              <a:buSzPts val="2300"/>
              <a:buFont typeface="Noto Sans Symbols"/>
              <a:buChar char="⮚"/>
            </a:pPr>
            <a:r>
              <a:rPr b="0" i="0" lang="en-US" sz="2300" u="none" cap="none" strike="noStrike">
                <a:solidFill>
                  <a:srgbClr val="000000"/>
                </a:solidFill>
                <a:latin typeface="Roboto Light"/>
                <a:ea typeface="Roboto Light"/>
                <a:cs typeface="Roboto Light"/>
                <a:sym typeface="Roboto Light"/>
              </a:rPr>
              <a:t>There is often way too much text in a poster  - there definitely is in this template! Posters primarily are visual presentations; the text should support the graphics. Look critically at the layout. Some poster 'experts' suggest that if there is about 20-25% text, 40-45% graphics and 30-40% empty space, you are doing well</a:t>
            </a:r>
            <a:endParaRPr b="0" i="0" sz="2300" u="none" cap="none" strike="noStrike">
              <a:solidFill>
                <a:schemeClr val="dk1"/>
              </a:solidFill>
              <a:latin typeface="Roboto Light"/>
              <a:ea typeface="Roboto Light"/>
              <a:cs typeface="Roboto Light"/>
              <a:sym typeface="Roboto Light"/>
            </a:endParaRPr>
          </a:p>
        </p:txBody>
      </p:sp>
      <p:sp>
        <p:nvSpPr>
          <p:cNvPr id="174" name="Google Shape;174;p20"/>
          <p:cNvSpPr/>
          <p:nvPr/>
        </p:nvSpPr>
        <p:spPr>
          <a:xfrm>
            <a:off x="12043410" y="3067050"/>
            <a:ext cx="9639300" cy="438150"/>
          </a:xfrm>
          <a:prstGeom prst="rect">
            <a:avLst/>
          </a:prstGeom>
          <a:solidFill>
            <a:srgbClr val="729DD3"/>
          </a:solidFill>
          <a:ln cap="flat" cmpd="sng" w="12700">
            <a:solidFill>
              <a:srgbClr val="8F9CAC"/>
            </a:solidFill>
            <a:prstDash val="solid"/>
            <a:round/>
            <a:headEnd len="sm" w="sm" type="none"/>
            <a:tailEnd len="sm" w="sm" type="none"/>
          </a:ln>
        </p:spPr>
        <p:txBody>
          <a:bodyPr anchorCtr="0" anchor="ctr" bIns="28150" lIns="56300" spcFirstLastPara="1" rIns="56300" wrap="square" tIns="28150">
            <a:noAutofit/>
          </a:bodyPr>
          <a:lstStyle/>
          <a:p>
            <a:pPr indent="0" lvl="0" marL="0" marR="0" rtl="0" algn="ctr">
              <a:spcBef>
                <a:spcPts val="0"/>
              </a:spcBef>
              <a:spcAft>
                <a:spcPts val="0"/>
              </a:spcAft>
              <a:buNone/>
            </a:pPr>
            <a:r>
              <a:rPr lang="en-US" sz="3067">
                <a:solidFill>
                  <a:srgbClr val="E8EBD5"/>
                </a:solidFill>
                <a:latin typeface="Roboto Light"/>
                <a:ea typeface="Roboto Light"/>
                <a:cs typeface="Roboto Light"/>
                <a:sym typeface="Roboto Light"/>
              </a:rPr>
              <a:t>Methods and Materials</a:t>
            </a:r>
            <a:endParaRPr/>
          </a:p>
        </p:txBody>
      </p:sp>
      <p:sp>
        <p:nvSpPr>
          <p:cNvPr id="175" name="Google Shape;175;p20"/>
          <p:cNvSpPr txBox="1"/>
          <p:nvPr/>
        </p:nvSpPr>
        <p:spPr>
          <a:xfrm>
            <a:off x="32373570" y="3505202"/>
            <a:ext cx="9639300" cy="551561"/>
          </a:xfrm>
          <a:prstGeom prst="rect">
            <a:avLst/>
          </a:prstGeom>
          <a:solidFill>
            <a:schemeClr val="lt1"/>
          </a:solidFill>
          <a:ln cap="flat" cmpd="sng" w="12700">
            <a:solidFill>
              <a:srgbClr val="729DD3"/>
            </a:solidFill>
            <a:prstDash val="solid"/>
            <a:round/>
            <a:headEnd len="sm" w="sm" type="none"/>
            <a:tailEnd len="sm" w="sm" type="none"/>
          </a:ln>
        </p:spPr>
        <p:txBody>
          <a:bodyPr anchorCtr="0" anchor="t" bIns="131425" lIns="131425" spcFirstLastPara="1" rIns="131425" wrap="square" tIns="131425">
            <a:spAutoFit/>
          </a:bodyPr>
          <a:lstStyle/>
          <a:p>
            <a:pPr indent="-541286" lvl="0" marL="541631" marR="0" rtl="0" algn="l">
              <a:lnSpc>
                <a:spcPct val="80000"/>
              </a:lnSpc>
              <a:spcBef>
                <a:spcPts val="0"/>
              </a:spcBef>
              <a:spcAft>
                <a:spcPts val="0"/>
              </a:spcAft>
              <a:buNone/>
            </a:pPr>
            <a:r>
              <a:t/>
            </a:r>
            <a:endParaRPr b="0" sz="2300" u="none">
              <a:solidFill>
                <a:schemeClr val="dk1"/>
              </a:solidFill>
              <a:latin typeface="Roboto Light"/>
              <a:ea typeface="Roboto Light"/>
              <a:cs typeface="Roboto Light"/>
              <a:sym typeface="Roboto Light"/>
            </a:endParaRPr>
          </a:p>
        </p:txBody>
      </p:sp>
      <p:sp>
        <p:nvSpPr>
          <p:cNvPr id="176" name="Google Shape;176;p20"/>
          <p:cNvSpPr/>
          <p:nvPr/>
        </p:nvSpPr>
        <p:spPr>
          <a:xfrm>
            <a:off x="32373570" y="3067050"/>
            <a:ext cx="9639300" cy="438150"/>
          </a:xfrm>
          <a:prstGeom prst="rect">
            <a:avLst/>
          </a:prstGeom>
          <a:solidFill>
            <a:srgbClr val="729DD3"/>
          </a:solidFill>
          <a:ln cap="flat" cmpd="sng" w="12700">
            <a:solidFill>
              <a:srgbClr val="8F9CAC"/>
            </a:solidFill>
            <a:prstDash val="solid"/>
            <a:round/>
            <a:headEnd len="sm" w="sm" type="none"/>
            <a:tailEnd len="sm" w="sm" type="none"/>
          </a:ln>
        </p:spPr>
        <p:txBody>
          <a:bodyPr anchorCtr="0" anchor="ctr" bIns="28150" lIns="56300" spcFirstLastPara="1" rIns="56300" wrap="square" tIns="28150">
            <a:noAutofit/>
          </a:bodyPr>
          <a:lstStyle/>
          <a:p>
            <a:pPr indent="0" lvl="0" marL="0" marR="0" rtl="0" algn="ctr">
              <a:spcBef>
                <a:spcPts val="0"/>
              </a:spcBef>
              <a:spcAft>
                <a:spcPts val="0"/>
              </a:spcAft>
              <a:buNone/>
            </a:pPr>
            <a:r>
              <a:rPr b="1" lang="en-US" sz="3067">
                <a:solidFill>
                  <a:srgbClr val="E8EBD5"/>
                </a:solidFill>
                <a:latin typeface="Roboto Light"/>
                <a:ea typeface="Roboto Light"/>
                <a:cs typeface="Roboto Light"/>
                <a:sym typeface="Roboto Light"/>
              </a:rPr>
              <a:t>Discussion</a:t>
            </a:r>
            <a:endParaRPr/>
          </a:p>
        </p:txBody>
      </p:sp>
      <p:sp>
        <p:nvSpPr>
          <p:cNvPr id="177" name="Google Shape;177;p20"/>
          <p:cNvSpPr txBox="1"/>
          <p:nvPr/>
        </p:nvSpPr>
        <p:spPr>
          <a:xfrm>
            <a:off x="32373570" y="12816515"/>
            <a:ext cx="9639300" cy="4302374"/>
          </a:xfrm>
          <a:prstGeom prst="rect">
            <a:avLst/>
          </a:prstGeom>
          <a:solidFill>
            <a:schemeClr val="lt1"/>
          </a:solidFill>
          <a:ln cap="flat" cmpd="sng" w="12700">
            <a:solidFill>
              <a:srgbClr val="729DD3"/>
            </a:solidFill>
            <a:prstDash val="solid"/>
            <a:round/>
            <a:headEnd len="sm" w="sm" type="none"/>
            <a:tailEnd len="sm" w="sm" type="none"/>
          </a:ln>
        </p:spPr>
        <p:txBody>
          <a:bodyPr anchorCtr="0" anchor="t" bIns="131425" lIns="131425" spcFirstLastPara="1" rIns="131425" wrap="square" tIns="131425">
            <a:spAutoFit/>
          </a:bodyPr>
          <a:lstStyle/>
          <a:p>
            <a:pPr indent="-541286" lvl="0" marL="541631" marR="0" rtl="0" algn="l">
              <a:lnSpc>
                <a:spcPct val="80000"/>
              </a:lnSpc>
              <a:spcBef>
                <a:spcPts val="0"/>
              </a:spcBef>
              <a:spcAft>
                <a:spcPts val="0"/>
              </a:spcAft>
              <a:buNone/>
            </a:pPr>
            <a:r>
              <a:rPr b="1" lang="en-US" sz="2300" u="none">
                <a:solidFill>
                  <a:srgbClr val="0000FF"/>
                </a:solidFill>
                <a:latin typeface="Roboto Light"/>
                <a:ea typeface="Roboto Light"/>
                <a:cs typeface="Roboto Light"/>
                <a:sym typeface="Roboto Light"/>
              </a:rPr>
              <a:t>Summary/Conclusion</a:t>
            </a:r>
            <a:endParaRPr b="0" sz="2300" u="none">
              <a:solidFill>
                <a:schemeClr val="dk1"/>
              </a:solidFill>
              <a:latin typeface="Roboto Light"/>
              <a:ea typeface="Roboto Light"/>
              <a:cs typeface="Roboto Light"/>
              <a:sym typeface="Roboto Light"/>
            </a:endParaRPr>
          </a:p>
          <a:p>
            <a:pPr indent="-541286" lvl="0" marL="541631" marR="0" rtl="0" algn="l">
              <a:lnSpc>
                <a:spcPct val="80000"/>
              </a:lnSpc>
              <a:spcBef>
                <a:spcPts val="766"/>
              </a:spcBef>
              <a:spcAft>
                <a:spcPts val="0"/>
              </a:spcAft>
              <a:buNone/>
            </a:pPr>
            <a:r>
              <a:t/>
            </a:r>
            <a:endParaRPr b="0" sz="2300" u="none">
              <a:solidFill>
                <a:schemeClr val="dk1"/>
              </a:solidFill>
              <a:latin typeface="Roboto Light"/>
              <a:ea typeface="Roboto Light"/>
              <a:cs typeface="Roboto Light"/>
              <a:sym typeface="Roboto Light"/>
            </a:endParaRPr>
          </a:p>
          <a:p>
            <a:pPr indent="-541286" lvl="1" marL="541631" marR="0" rtl="0" algn="l">
              <a:spcBef>
                <a:spcPts val="614"/>
              </a:spcBef>
              <a:spcAft>
                <a:spcPts val="0"/>
              </a:spcAft>
              <a:buClr>
                <a:srgbClr val="000000"/>
              </a:buClr>
              <a:buSzPts val="2300"/>
              <a:buFont typeface="Noto Sans Symbols"/>
              <a:buChar char="⮚"/>
            </a:pPr>
            <a:r>
              <a:rPr b="0" i="0" lang="en-US" sz="2300" u="none" cap="none" strike="noStrike">
                <a:solidFill>
                  <a:srgbClr val="000000"/>
                </a:solidFill>
                <a:latin typeface="Roboto Light"/>
                <a:ea typeface="Roboto Light"/>
                <a:cs typeface="Roboto Light"/>
                <a:sym typeface="Roboto Light"/>
              </a:rPr>
              <a:t>Summarize your contributions</a:t>
            </a:r>
            <a:endParaRPr b="0" i="0" sz="2300" u="none" cap="none" strike="noStrike">
              <a:solidFill>
                <a:schemeClr val="dk1"/>
              </a:solidFill>
              <a:latin typeface="Roboto Light"/>
              <a:ea typeface="Roboto Light"/>
              <a:cs typeface="Roboto Light"/>
              <a:sym typeface="Roboto Light"/>
            </a:endParaRPr>
          </a:p>
          <a:p>
            <a:pPr indent="0" lvl="0" marL="0" marR="0" rtl="0" algn="l">
              <a:spcBef>
                <a:spcPts val="614"/>
              </a:spcBef>
              <a:spcAft>
                <a:spcPts val="0"/>
              </a:spcAft>
              <a:buNone/>
            </a:pPr>
            <a:r>
              <a:t/>
            </a:r>
            <a:endParaRPr b="0" sz="2300" u="none">
              <a:solidFill>
                <a:schemeClr val="dk1"/>
              </a:solidFill>
              <a:latin typeface="Roboto Light"/>
              <a:ea typeface="Roboto Light"/>
              <a:cs typeface="Roboto Light"/>
              <a:sym typeface="Roboto Light"/>
            </a:endParaRPr>
          </a:p>
          <a:p>
            <a:pPr indent="-541286" lvl="1" marL="541631" marR="0" rtl="0" algn="l">
              <a:spcBef>
                <a:spcPts val="614"/>
              </a:spcBef>
              <a:spcAft>
                <a:spcPts val="0"/>
              </a:spcAft>
              <a:buClr>
                <a:srgbClr val="000000"/>
              </a:buClr>
              <a:buSzPts val="2300"/>
              <a:buFont typeface="Noto Sans Symbols"/>
              <a:buChar char="⮚"/>
            </a:pPr>
            <a:r>
              <a:rPr b="0" i="0" lang="en-US" sz="2300" u="none" cap="none" strike="noStrike">
                <a:solidFill>
                  <a:srgbClr val="000000"/>
                </a:solidFill>
                <a:latin typeface="Roboto Light"/>
                <a:ea typeface="Roboto Light"/>
                <a:cs typeface="Roboto Light"/>
                <a:sym typeface="Roboto Light"/>
              </a:rPr>
              <a:t>Summarize your results (if applicable)</a:t>
            </a:r>
            <a:endParaRPr b="0" i="0" sz="2300" u="none" cap="none" strike="noStrike">
              <a:solidFill>
                <a:schemeClr val="dk1"/>
              </a:solidFill>
              <a:latin typeface="Roboto Light"/>
              <a:ea typeface="Roboto Light"/>
              <a:cs typeface="Roboto Light"/>
              <a:sym typeface="Roboto Light"/>
            </a:endParaRPr>
          </a:p>
          <a:p>
            <a:pPr indent="0" lvl="0" marL="0" marR="0" rtl="0" algn="l">
              <a:spcBef>
                <a:spcPts val="614"/>
              </a:spcBef>
              <a:spcAft>
                <a:spcPts val="0"/>
              </a:spcAft>
              <a:buNone/>
            </a:pPr>
            <a:r>
              <a:t/>
            </a:r>
            <a:endParaRPr b="0" sz="2300" u="none">
              <a:solidFill>
                <a:schemeClr val="dk1"/>
              </a:solidFill>
              <a:latin typeface="Roboto Light"/>
              <a:ea typeface="Roboto Light"/>
              <a:cs typeface="Roboto Light"/>
              <a:sym typeface="Roboto Light"/>
            </a:endParaRPr>
          </a:p>
          <a:p>
            <a:pPr indent="-541286" lvl="1" marL="541631" marR="0" rtl="0" algn="l">
              <a:spcBef>
                <a:spcPts val="614"/>
              </a:spcBef>
              <a:spcAft>
                <a:spcPts val="0"/>
              </a:spcAft>
              <a:buClr>
                <a:srgbClr val="000000"/>
              </a:buClr>
              <a:buSzPts val="2300"/>
              <a:buFont typeface="Noto Sans Symbols"/>
              <a:buChar char="⮚"/>
            </a:pPr>
            <a:r>
              <a:rPr b="1" i="0" lang="en-US" sz="2300" u="none" cap="none" strike="noStrike">
                <a:solidFill>
                  <a:srgbClr val="000000"/>
                </a:solidFill>
                <a:latin typeface="Roboto Light"/>
                <a:ea typeface="Roboto Light"/>
                <a:cs typeface="Roboto Light"/>
                <a:sym typeface="Roboto Light"/>
              </a:rPr>
              <a:t>You an add in links to additional videos, code, or project website (or QR code)</a:t>
            </a:r>
            <a:endParaRPr b="0" i="0" sz="2300" u="none" cap="none" strike="noStrike">
              <a:solidFill>
                <a:schemeClr val="dk1"/>
              </a:solidFill>
              <a:latin typeface="Roboto Light"/>
              <a:ea typeface="Roboto Light"/>
              <a:cs typeface="Roboto Light"/>
              <a:sym typeface="Roboto Light"/>
            </a:endParaRPr>
          </a:p>
          <a:p>
            <a:pPr indent="0" lvl="0" marL="0" marR="0" rtl="0" algn="l">
              <a:spcBef>
                <a:spcPts val="614"/>
              </a:spcBef>
              <a:spcAft>
                <a:spcPts val="0"/>
              </a:spcAft>
              <a:buNone/>
            </a:pPr>
            <a:r>
              <a:t/>
            </a:r>
            <a:endParaRPr b="0" sz="2300" u="none">
              <a:solidFill>
                <a:schemeClr val="dk1"/>
              </a:solidFill>
              <a:latin typeface="Roboto Light"/>
              <a:ea typeface="Roboto Light"/>
              <a:cs typeface="Roboto Light"/>
              <a:sym typeface="Roboto Light"/>
            </a:endParaRPr>
          </a:p>
          <a:p>
            <a:pPr indent="0" lvl="0" marL="0" marR="0" rtl="0" algn="l">
              <a:spcBef>
                <a:spcPts val="766"/>
              </a:spcBef>
              <a:spcAft>
                <a:spcPts val="0"/>
              </a:spcAft>
              <a:buNone/>
            </a:pPr>
            <a:r>
              <a:rPr b="1" lang="en-US" sz="2300" u="none">
                <a:solidFill>
                  <a:srgbClr val="0000FF"/>
                </a:solidFill>
                <a:latin typeface="Roboto Light"/>
                <a:ea typeface="Roboto Light"/>
                <a:cs typeface="Roboto Light"/>
                <a:sym typeface="Roboto Light"/>
              </a:rPr>
              <a:t>References</a:t>
            </a:r>
            <a:endParaRPr b="0" sz="2300" u="none">
              <a:solidFill>
                <a:schemeClr val="dk1"/>
              </a:solidFill>
              <a:latin typeface="Roboto Light"/>
              <a:ea typeface="Roboto Light"/>
              <a:cs typeface="Roboto Light"/>
              <a:sym typeface="Roboto Light"/>
            </a:endParaRPr>
          </a:p>
        </p:txBody>
      </p:sp>
      <p:sp>
        <p:nvSpPr>
          <p:cNvPr id="178" name="Google Shape;178;p20"/>
          <p:cNvSpPr/>
          <p:nvPr/>
        </p:nvSpPr>
        <p:spPr>
          <a:xfrm>
            <a:off x="32373570" y="12377743"/>
            <a:ext cx="9639300" cy="438150"/>
          </a:xfrm>
          <a:prstGeom prst="rect">
            <a:avLst/>
          </a:prstGeom>
          <a:solidFill>
            <a:srgbClr val="729DD3"/>
          </a:solidFill>
          <a:ln cap="flat" cmpd="sng" w="12700">
            <a:solidFill>
              <a:srgbClr val="8F9CAC"/>
            </a:solidFill>
            <a:prstDash val="solid"/>
            <a:round/>
            <a:headEnd len="sm" w="sm" type="none"/>
            <a:tailEnd len="sm" w="sm" type="none"/>
          </a:ln>
        </p:spPr>
        <p:txBody>
          <a:bodyPr anchorCtr="0" anchor="ctr" bIns="28150" lIns="56300" spcFirstLastPara="1" rIns="56300" wrap="square" tIns="28150">
            <a:noAutofit/>
          </a:bodyPr>
          <a:lstStyle/>
          <a:p>
            <a:pPr indent="0" lvl="0" marL="0" marR="0" rtl="0" algn="ctr">
              <a:spcBef>
                <a:spcPts val="0"/>
              </a:spcBef>
              <a:spcAft>
                <a:spcPts val="0"/>
              </a:spcAft>
              <a:buNone/>
            </a:pPr>
            <a:r>
              <a:rPr lang="en-US" sz="3067">
                <a:solidFill>
                  <a:srgbClr val="E8EBD5"/>
                </a:solidFill>
                <a:latin typeface="Roboto Light"/>
                <a:ea typeface="Roboto Light"/>
                <a:cs typeface="Roboto Light"/>
                <a:sym typeface="Roboto Light"/>
              </a:rPr>
              <a:t>Conclusions</a:t>
            </a:r>
            <a:endParaRPr/>
          </a:p>
        </p:txBody>
      </p:sp>
      <p:grpSp>
        <p:nvGrpSpPr>
          <p:cNvPr id="179" name="Google Shape;179;p20"/>
          <p:cNvGrpSpPr/>
          <p:nvPr/>
        </p:nvGrpSpPr>
        <p:grpSpPr>
          <a:xfrm>
            <a:off x="22208490" y="3067051"/>
            <a:ext cx="9639300" cy="6680629"/>
            <a:chOff x="22219920" y="3200400"/>
            <a:chExt cx="10058400" cy="6971092"/>
          </a:xfrm>
        </p:grpSpPr>
        <p:sp>
          <p:nvSpPr>
            <p:cNvPr id="180" name="Google Shape;180;p20"/>
            <p:cNvSpPr txBox="1"/>
            <p:nvPr/>
          </p:nvSpPr>
          <p:spPr>
            <a:xfrm>
              <a:off x="22219920" y="3657602"/>
              <a:ext cx="10058400" cy="6513890"/>
            </a:xfrm>
            <a:prstGeom prst="rect">
              <a:avLst/>
            </a:prstGeom>
            <a:solidFill>
              <a:schemeClr val="lt1"/>
            </a:solidFill>
            <a:ln cap="flat" cmpd="sng" w="12700">
              <a:solidFill>
                <a:srgbClr val="729DD3"/>
              </a:solidFill>
              <a:prstDash val="solid"/>
              <a:round/>
              <a:headEnd len="sm" w="sm" type="none"/>
              <a:tailEnd len="sm" w="sm" type="none"/>
            </a:ln>
          </p:spPr>
          <p:txBody>
            <a:bodyPr anchorCtr="0" anchor="t" bIns="131425" lIns="131425" spcFirstLastPara="1" rIns="131425" wrap="square" tIns="131425">
              <a:spAutoFit/>
            </a:bodyPr>
            <a:lstStyle/>
            <a:p>
              <a:pPr indent="-541286" lvl="0" marL="541631" marR="0" rtl="0" algn="l">
                <a:lnSpc>
                  <a:spcPct val="80000"/>
                </a:lnSpc>
                <a:spcBef>
                  <a:spcPts val="0"/>
                </a:spcBef>
                <a:spcAft>
                  <a:spcPts val="0"/>
                </a:spcAft>
                <a:buNone/>
              </a:pPr>
              <a:r>
                <a:rPr b="1" lang="en-US" sz="2300" u="none">
                  <a:solidFill>
                    <a:srgbClr val="0000FF"/>
                  </a:solidFill>
                  <a:latin typeface="Roboto Light"/>
                  <a:ea typeface="Roboto Light"/>
                  <a:cs typeface="Roboto Light"/>
                  <a:sym typeface="Roboto Light"/>
                </a:rPr>
                <a:t>Section 3:</a:t>
              </a:r>
              <a:endParaRPr b="0" sz="2300" u="none">
                <a:solidFill>
                  <a:srgbClr val="000000"/>
                </a:solidFill>
                <a:latin typeface="Roboto Light"/>
                <a:ea typeface="Roboto Light"/>
                <a:cs typeface="Roboto Light"/>
                <a:sym typeface="Roboto Light"/>
              </a:endParaRPr>
            </a:p>
            <a:p>
              <a:pPr indent="-541286" lvl="1" marL="541631" marR="0" rtl="0" algn="l">
                <a:spcBef>
                  <a:spcPts val="614"/>
                </a:spcBef>
                <a:spcAft>
                  <a:spcPts val="0"/>
                </a:spcAft>
                <a:buClr>
                  <a:srgbClr val="000000"/>
                </a:buClr>
                <a:buSzPts val="2300"/>
                <a:buFont typeface="Noto Sans Symbols"/>
                <a:buChar char="⮚"/>
              </a:pPr>
              <a:r>
                <a:rPr b="0" i="0" lang="en-US" sz="2300" u="none" cap="none" strike="noStrike">
                  <a:solidFill>
                    <a:srgbClr val="000000"/>
                  </a:solidFill>
                  <a:latin typeface="Roboto Light"/>
                  <a:ea typeface="Roboto Light"/>
                  <a:cs typeface="Roboto Light"/>
                  <a:sym typeface="Roboto Light"/>
                </a:rPr>
                <a:t>Include more figures than are in the paper so you can talk to them.  Include things that are not in the paper and then encourage them to read the paper. Don’t try to just put all the paper here.   </a:t>
              </a:r>
              <a:endParaRPr/>
            </a:p>
            <a:p>
              <a:pPr indent="-541286" lvl="0" marL="541631" marR="0" rtl="0" algn="l">
                <a:spcBef>
                  <a:spcPts val="614"/>
                </a:spcBef>
                <a:spcAft>
                  <a:spcPts val="0"/>
                </a:spcAft>
                <a:buNone/>
              </a:pPr>
              <a:r>
                <a:t/>
              </a:r>
              <a:endParaRPr b="0" sz="2300" u="none">
                <a:solidFill>
                  <a:srgbClr val="000000"/>
                </a:solidFill>
                <a:latin typeface="Roboto Light"/>
                <a:ea typeface="Roboto Light"/>
                <a:cs typeface="Roboto Light"/>
                <a:sym typeface="Roboto Light"/>
              </a:endParaRPr>
            </a:p>
            <a:p>
              <a:pPr indent="-541286" lvl="1" marL="541631" marR="0" rtl="0" algn="l">
                <a:spcBef>
                  <a:spcPts val="614"/>
                </a:spcBef>
                <a:spcAft>
                  <a:spcPts val="0"/>
                </a:spcAft>
                <a:buClr>
                  <a:srgbClr val="000000"/>
                </a:buClr>
                <a:buSzPts val="2300"/>
                <a:buFont typeface="Noto Sans Symbols"/>
                <a:buChar char="⮚"/>
              </a:pPr>
              <a:r>
                <a:rPr b="0" i="0" lang="en-US" sz="2300" u="none" cap="none" strike="noStrike">
                  <a:solidFill>
                    <a:srgbClr val="000000"/>
                  </a:solidFill>
                  <a:latin typeface="Roboto Light"/>
                  <a:ea typeface="Roboto Light"/>
                  <a:cs typeface="Roboto Light"/>
                  <a:sym typeface="Roboto Light"/>
                </a:rPr>
                <a:t>If it looks like a cut/paste of the paper, people skip that poster since they can read the papers after the conference. Many people find it better to spend time talking with poster presenters that have more to offer than just redoing the paper content paper in big fonts. </a:t>
              </a:r>
              <a:endParaRPr/>
            </a:p>
            <a:p>
              <a:pPr indent="0" lvl="0" marL="0" marR="0" rtl="0" algn="l">
                <a:spcBef>
                  <a:spcPts val="0"/>
                </a:spcBef>
                <a:spcAft>
                  <a:spcPts val="0"/>
                </a:spcAft>
                <a:buNone/>
              </a:pPr>
              <a:r>
                <a:t/>
              </a:r>
              <a:endParaRPr b="0" sz="2300" u="none">
                <a:solidFill>
                  <a:srgbClr val="000000"/>
                </a:solidFill>
                <a:latin typeface="Roboto Light"/>
                <a:ea typeface="Roboto Light"/>
                <a:cs typeface="Roboto Light"/>
                <a:sym typeface="Roboto Light"/>
              </a:endParaRPr>
            </a:p>
            <a:p>
              <a:pPr indent="-541286" lvl="1" marL="541631" marR="0" rtl="0" algn="l">
                <a:spcBef>
                  <a:spcPts val="614"/>
                </a:spcBef>
                <a:spcAft>
                  <a:spcPts val="0"/>
                </a:spcAft>
                <a:buClr>
                  <a:srgbClr val="000000"/>
                </a:buClr>
                <a:buSzPts val="2300"/>
                <a:buFont typeface="Noto Sans Symbols"/>
                <a:buChar char="⮚"/>
              </a:pPr>
              <a:r>
                <a:rPr b="0" i="0" lang="en-US" sz="2300" u="none" cap="none" strike="noStrike">
                  <a:solidFill>
                    <a:srgbClr val="000000"/>
                  </a:solidFill>
                  <a:latin typeface="Roboto Light"/>
                  <a:ea typeface="Roboto Light"/>
                  <a:cs typeface="Roboto Light"/>
                  <a:sym typeface="Roboto Light"/>
                </a:rPr>
                <a:t>People will likely have already seen your posted video, so the poster can serve as a talking point for you.</a:t>
              </a:r>
              <a:endParaRPr/>
            </a:p>
            <a:p>
              <a:pPr indent="0" lvl="0" marL="0" marR="0" rtl="0" algn="l">
                <a:spcBef>
                  <a:spcPts val="0"/>
                </a:spcBef>
                <a:spcAft>
                  <a:spcPts val="0"/>
                </a:spcAft>
                <a:buNone/>
              </a:pPr>
              <a:r>
                <a:t/>
              </a:r>
              <a:endParaRPr b="0" sz="2300" u="none">
                <a:solidFill>
                  <a:srgbClr val="000000"/>
                </a:solidFill>
                <a:latin typeface="Roboto Light"/>
                <a:ea typeface="Roboto Light"/>
                <a:cs typeface="Roboto Light"/>
                <a:sym typeface="Roboto Light"/>
              </a:endParaRPr>
            </a:p>
            <a:p>
              <a:pPr indent="-541286" lvl="1" marL="541631" marR="0" rtl="0" algn="l">
                <a:spcBef>
                  <a:spcPts val="614"/>
                </a:spcBef>
                <a:spcAft>
                  <a:spcPts val="0"/>
                </a:spcAft>
                <a:buClr>
                  <a:srgbClr val="000000"/>
                </a:buClr>
                <a:buSzPts val="2300"/>
                <a:buFont typeface="Noto Sans Symbols"/>
                <a:buChar char="⮚"/>
              </a:pPr>
              <a:r>
                <a:rPr b="0" i="0" lang="en-US" sz="2300" u="none" cap="none" strike="noStrike">
                  <a:solidFill>
                    <a:srgbClr val="000000"/>
                  </a:solidFill>
                  <a:latin typeface="Roboto Light"/>
                  <a:ea typeface="Roboto Light"/>
                  <a:cs typeface="Roboto Light"/>
                  <a:sym typeface="Roboto Light"/>
                </a:rPr>
                <a:t>Remember Poster boards look like this (you will be sharing this space with another poster.. This is your canvas. Paint us a picture of your work. </a:t>
              </a:r>
              <a:endParaRPr/>
            </a:p>
          </p:txBody>
        </p:sp>
        <p:sp>
          <p:nvSpPr>
            <p:cNvPr id="181" name="Google Shape;181;p20"/>
            <p:cNvSpPr/>
            <p:nvPr/>
          </p:nvSpPr>
          <p:spPr>
            <a:xfrm>
              <a:off x="22219920" y="3200400"/>
              <a:ext cx="10058400" cy="457200"/>
            </a:xfrm>
            <a:prstGeom prst="rect">
              <a:avLst/>
            </a:prstGeom>
            <a:solidFill>
              <a:srgbClr val="729DD3"/>
            </a:solidFill>
            <a:ln cap="flat" cmpd="sng" w="12700">
              <a:solidFill>
                <a:srgbClr val="8F9CAC"/>
              </a:solidFill>
              <a:prstDash val="solid"/>
              <a:round/>
              <a:headEnd len="sm" w="sm" type="none"/>
              <a:tailEnd len="sm" w="sm" type="none"/>
            </a:ln>
          </p:spPr>
          <p:txBody>
            <a:bodyPr anchorCtr="0" anchor="ctr" bIns="28150" lIns="56300" spcFirstLastPara="1" rIns="56300" wrap="square" tIns="28150">
              <a:noAutofit/>
            </a:bodyPr>
            <a:lstStyle/>
            <a:p>
              <a:pPr indent="0" lvl="0" marL="0" marR="0" rtl="0" algn="ctr">
                <a:spcBef>
                  <a:spcPts val="0"/>
                </a:spcBef>
                <a:spcAft>
                  <a:spcPts val="0"/>
                </a:spcAft>
                <a:buNone/>
              </a:pPr>
              <a:r>
                <a:rPr lang="en-US" sz="3067">
                  <a:solidFill>
                    <a:srgbClr val="E8EBD5"/>
                  </a:solidFill>
                  <a:latin typeface="Roboto Light"/>
                  <a:ea typeface="Roboto Light"/>
                  <a:cs typeface="Roboto Light"/>
                  <a:sym typeface="Roboto Light"/>
                </a:rPr>
                <a:t>Results</a:t>
              </a:r>
              <a:endParaRPr/>
            </a:p>
          </p:txBody>
        </p:sp>
      </p:grpSp>
      <p:sp>
        <p:nvSpPr>
          <p:cNvPr id="182" name="Google Shape;182;p20"/>
          <p:cNvSpPr txBox="1"/>
          <p:nvPr/>
        </p:nvSpPr>
        <p:spPr>
          <a:xfrm>
            <a:off x="12268935" y="12910822"/>
            <a:ext cx="2993865" cy="351879"/>
          </a:xfrm>
          <a:prstGeom prst="rect">
            <a:avLst/>
          </a:prstGeom>
          <a:noFill/>
          <a:ln>
            <a:noFill/>
          </a:ln>
        </p:spPr>
        <p:txBody>
          <a:bodyPr anchorCtr="0" anchor="t" bIns="28150" lIns="56300" spcFirstLastPara="1" rIns="56300" wrap="square" tIns="28150">
            <a:spAutoFit/>
          </a:bodyPr>
          <a:lstStyle/>
          <a:p>
            <a:pPr indent="0" lvl="0" marL="0" marR="0" rtl="0" algn="l">
              <a:spcBef>
                <a:spcPts val="0"/>
              </a:spcBef>
              <a:spcAft>
                <a:spcPts val="0"/>
              </a:spcAft>
              <a:buNone/>
            </a:pPr>
            <a:r>
              <a:rPr b="1" lang="en-US" sz="1917" u="none">
                <a:solidFill>
                  <a:schemeClr val="dk1"/>
                </a:solidFill>
                <a:latin typeface="Calibri"/>
                <a:ea typeface="Calibri"/>
                <a:cs typeface="Calibri"/>
                <a:sym typeface="Calibri"/>
              </a:rPr>
              <a:t>Table 1.</a:t>
            </a:r>
            <a:r>
              <a:rPr b="0" lang="en-US" sz="1917" u="none">
                <a:solidFill>
                  <a:schemeClr val="dk1"/>
                </a:solidFill>
                <a:latin typeface="Calibri"/>
                <a:ea typeface="Calibri"/>
                <a:cs typeface="Calibri"/>
                <a:sym typeface="Calibri"/>
              </a:rPr>
              <a:t> Label in 20pt Calibri.</a:t>
            </a:r>
            <a:endParaRPr/>
          </a:p>
        </p:txBody>
      </p:sp>
      <p:sp>
        <p:nvSpPr>
          <p:cNvPr id="183" name="Google Shape;183;p20"/>
          <p:cNvSpPr txBox="1"/>
          <p:nvPr/>
        </p:nvSpPr>
        <p:spPr>
          <a:xfrm>
            <a:off x="22208490" y="14234427"/>
            <a:ext cx="9639300" cy="4158831"/>
          </a:xfrm>
          <a:prstGeom prst="rect">
            <a:avLst/>
          </a:prstGeom>
          <a:solidFill>
            <a:schemeClr val="lt1"/>
          </a:solidFill>
          <a:ln cap="flat" cmpd="sng" w="12700">
            <a:solidFill>
              <a:srgbClr val="729DD3"/>
            </a:solidFill>
            <a:prstDash val="solid"/>
            <a:round/>
            <a:headEnd len="sm" w="sm" type="none"/>
            <a:tailEnd len="sm" w="sm" type="none"/>
          </a:ln>
        </p:spPr>
        <p:txBody>
          <a:bodyPr anchorCtr="0" anchor="t" bIns="131425" lIns="131425" spcFirstLastPara="1" rIns="131425" wrap="square" tIns="131425">
            <a:spAutoFit/>
          </a:bodyPr>
          <a:lstStyle/>
          <a:p>
            <a:pPr indent="0" lvl="0" marL="0" marR="0" rtl="0" algn="l">
              <a:spcBef>
                <a:spcPts val="0"/>
              </a:spcBef>
              <a:spcAft>
                <a:spcPts val="0"/>
              </a:spcAft>
              <a:buNone/>
            </a:pPr>
            <a:r>
              <a:rPr b="0" lang="en-US" sz="2300" u="none">
                <a:solidFill>
                  <a:schemeClr val="dk1"/>
                </a:solidFill>
                <a:latin typeface="Roboto Light"/>
                <a:ea typeface="Roboto Light"/>
                <a:cs typeface="Roboto Light"/>
                <a:sym typeface="Roboto Light"/>
              </a:rPr>
              <a:t>Click here to insert  more Results text. Type it in or copy and paste from your Word document or other source.</a:t>
            </a:r>
            <a:endParaRPr/>
          </a:p>
          <a:p>
            <a:pPr indent="0" lvl="0" marL="0" marR="0" rtl="0" algn="l">
              <a:spcBef>
                <a:spcPts val="0"/>
              </a:spcBef>
              <a:spcAft>
                <a:spcPts val="0"/>
              </a:spcAft>
              <a:buNone/>
            </a:pPr>
            <a:r>
              <a:t/>
            </a:r>
            <a:endParaRPr b="0" sz="2300" u="none">
              <a:solidFill>
                <a:schemeClr val="dk1"/>
              </a:solidFill>
              <a:latin typeface="Roboto Light"/>
              <a:ea typeface="Roboto Light"/>
              <a:cs typeface="Roboto Light"/>
              <a:sym typeface="Roboto Light"/>
            </a:endParaRPr>
          </a:p>
          <a:p>
            <a:pPr indent="0" lvl="0" marL="0" marR="0" rtl="0" algn="l">
              <a:spcBef>
                <a:spcPts val="0"/>
              </a:spcBef>
              <a:spcAft>
                <a:spcPts val="0"/>
              </a:spcAft>
              <a:buNone/>
            </a:pPr>
            <a:r>
              <a:rPr b="0" lang="en-US" sz="2300" u="none">
                <a:solidFill>
                  <a:schemeClr val="dk1"/>
                </a:solidFill>
                <a:latin typeface="Roboto Light"/>
                <a:ea typeface="Roboto Light"/>
                <a:cs typeface="Roboto Light"/>
                <a:sym typeface="Roboto Light"/>
              </a:rPr>
              <a:t>To change the font style of this text box: Click on the border once to highlight the entire text box, then select a different font or font size that suits you. This text is Calibri 24pt and is easily read up to 4 feet away on a 24x48 poster,  up to 6 feet away on a 36x72 poster, and up to 8 feet away on a 48x96 poster.</a:t>
            </a:r>
            <a:endParaRPr/>
          </a:p>
          <a:p>
            <a:pPr indent="0" lvl="0" marL="0" marR="0" rtl="0" algn="l">
              <a:spcBef>
                <a:spcPts val="0"/>
              </a:spcBef>
              <a:spcAft>
                <a:spcPts val="0"/>
              </a:spcAft>
              <a:buNone/>
            </a:pPr>
            <a:r>
              <a:t/>
            </a:r>
            <a:endParaRPr b="0" sz="2300" u="none">
              <a:solidFill>
                <a:schemeClr val="dk1"/>
              </a:solidFill>
              <a:latin typeface="Roboto Light"/>
              <a:ea typeface="Roboto Light"/>
              <a:cs typeface="Roboto Light"/>
              <a:sym typeface="Roboto Light"/>
            </a:endParaRPr>
          </a:p>
          <a:p>
            <a:pPr indent="0" lvl="0" marL="0" marR="0" rtl="0" algn="l">
              <a:spcBef>
                <a:spcPts val="0"/>
              </a:spcBef>
              <a:spcAft>
                <a:spcPts val="0"/>
              </a:spcAft>
              <a:buNone/>
            </a:pPr>
            <a:r>
              <a:rPr b="0" lang="en-US" sz="2300" u="none">
                <a:solidFill>
                  <a:schemeClr val="dk1"/>
                </a:solidFill>
                <a:latin typeface="Roboto Light"/>
                <a:ea typeface="Roboto Light"/>
                <a:cs typeface="Roboto Light"/>
                <a:sym typeface="Roboto Light"/>
              </a:rPr>
              <a:t>Zoom out to 100% (for 24x48), 150% (for 36x72), or 200% (for 48x96) to preview what this will look like on your printed poster.</a:t>
            </a:r>
            <a:endParaRPr/>
          </a:p>
        </p:txBody>
      </p:sp>
      <p:sp>
        <p:nvSpPr>
          <p:cNvPr id="184" name="Google Shape;184;p20"/>
          <p:cNvSpPr/>
          <p:nvPr/>
        </p:nvSpPr>
        <p:spPr>
          <a:xfrm>
            <a:off x="1302525" y="1314451"/>
            <a:ext cx="5222233" cy="730795"/>
          </a:xfrm>
          <a:prstGeom prst="rect">
            <a:avLst/>
          </a:prstGeom>
          <a:noFill/>
          <a:ln>
            <a:noFill/>
          </a:ln>
        </p:spPr>
        <p:txBody>
          <a:bodyPr anchorCtr="0" anchor="t" bIns="43125" lIns="86250" spcFirstLastPara="1" rIns="86250" wrap="square" tIns="43125">
            <a:noAutofit/>
          </a:bodyPr>
          <a:lstStyle/>
          <a:p>
            <a:pPr indent="-541286" lvl="0" marL="541631" marR="0" rtl="0" algn="l">
              <a:lnSpc>
                <a:spcPct val="80000"/>
              </a:lnSpc>
              <a:spcBef>
                <a:spcPts val="0"/>
              </a:spcBef>
              <a:spcAft>
                <a:spcPts val="0"/>
              </a:spcAft>
              <a:buNone/>
            </a:pPr>
            <a:r>
              <a:rPr lang="en-US" sz="5175">
                <a:solidFill>
                  <a:srgbClr val="0000FF"/>
                </a:solidFill>
                <a:latin typeface="Roboto Light"/>
                <a:ea typeface="Roboto Light"/>
                <a:cs typeface="Roboto Light"/>
                <a:sym typeface="Roboto Light"/>
              </a:rPr>
              <a:t>School Logo here</a:t>
            </a:r>
            <a:endParaRPr sz="5175">
              <a:solidFill>
                <a:schemeClr val="dk1"/>
              </a:solidFill>
              <a:latin typeface="Roboto Light"/>
              <a:ea typeface="Roboto Light"/>
              <a:cs typeface="Roboto Light"/>
              <a:sym typeface="Roboto Light"/>
            </a:endParaRPr>
          </a:p>
        </p:txBody>
      </p:sp>
      <p:pic>
        <p:nvPicPr>
          <p:cNvPr id="185" name="Google Shape;185;p20"/>
          <p:cNvPicPr preferRelativeResize="0"/>
          <p:nvPr/>
        </p:nvPicPr>
        <p:blipFill rotWithShape="1">
          <a:blip r:embed="rId3">
            <a:alphaModFix/>
          </a:blip>
          <a:srcRect b="11502" l="7201" r="7201" t="5242"/>
          <a:stretch/>
        </p:blipFill>
        <p:spPr>
          <a:xfrm>
            <a:off x="11644437" y="9995518"/>
            <a:ext cx="10524225" cy="5640750"/>
          </a:xfrm>
          <a:prstGeom prst="rect">
            <a:avLst/>
          </a:prstGeom>
          <a:noFill/>
          <a:ln>
            <a:noFill/>
          </a:ln>
        </p:spPr>
      </p:pic>
      <p:pic>
        <p:nvPicPr>
          <p:cNvPr id="186" name="Google Shape;186;p20"/>
          <p:cNvPicPr preferRelativeResize="0"/>
          <p:nvPr/>
        </p:nvPicPr>
        <p:blipFill rotWithShape="1">
          <a:blip r:embed="rId4">
            <a:alphaModFix/>
          </a:blip>
          <a:srcRect b="0" l="0" r="0" t="0"/>
          <a:stretch/>
        </p:blipFill>
        <p:spPr>
          <a:xfrm>
            <a:off x="24898110" y="9464130"/>
            <a:ext cx="6949680" cy="4654050"/>
          </a:xfrm>
          <a:prstGeom prst="rect">
            <a:avLst/>
          </a:prstGeom>
          <a:noFill/>
          <a:ln>
            <a:noFill/>
          </a:ln>
        </p:spPr>
      </p:pic>
      <p:pic>
        <p:nvPicPr>
          <p:cNvPr descr="A logo with text and mountains in the background&#10;&#10;AI-generated content may be incorrect." id="187" name="Google Shape;187;p20"/>
          <p:cNvPicPr preferRelativeResize="0"/>
          <p:nvPr/>
        </p:nvPicPr>
        <p:blipFill rotWithShape="1">
          <a:blip r:embed="rId5">
            <a:alphaModFix/>
          </a:blip>
          <a:srcRect b="0" l="0" r="0" t="0"/>
          <a:stretch/>
        </p:blipFill>
        <p:spPr>
          <a:xfrm>
            <a:off x="32633848" y="-412227"/>
            <a:ext cx="10430582" cy="36700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roplet">
  <a:themeElements>
    <a:clrScheme name="CVPR Main">
      <a:dk1>
        <a:srgbClr val="000000"/>
      </a:dk1>
      <a:lt1>
        <a:srgbClr val="FFFFFF"/>
      </a:lt1>
      <a:dk2>
        <a:srgbClr val="355071"/>
      </a:dk2>
      <a:lt2>
        <a:srgbClr val="AABED7"/>
      </a:lt2>
      <a:accent1>
        <a:srgbClr val="C5D7ED"/>
      </a:accent1>
      <a:accent2>
        <a:srgbClr val="2C6187"/>
      </a:accent2>
      <a:accent3>
        <a:srgbClr val="878D43"/>
      </a:accent3>
      <a:accent4>
        <a:srgbClr val="D9AC42"/>
      </a:accent4>
      <a:accent5>
        <a:srgbClr val="16456C"/>
      </a:accent5>
      <a:accent6>
        <a:srgbClr val="FEFFFF"/>
      </a:accent6>
      <a:hlink>
        <a:srgbClr val="FEFFFF"/>
      </a:hlink>
      <a:folHlink>
        <a:srgbClr val="FE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